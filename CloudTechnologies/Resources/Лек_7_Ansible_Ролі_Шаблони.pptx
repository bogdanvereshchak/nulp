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handoutMasterIdLst>
    <p:handoutMasterId r:id="rId30"/>
  </p:handoutMasterIdLst>
  <p:sldIdLst>
    <p:sldId id="263" r:id="rId2"/>
    <p:sldId id="259" r:id="rId3"/>
    <p:sldId id="265" r:id="rId4"/>
    <p:sldId id="268" r:id="rId5"/>
    <p:sldId id="264" r:id="rId6"/>
    <p:sldId id="266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76" r:id="rId17"/>
    <p:sldId id="280" r:id="rId18"/>
    <p:sldId id="278" r:id="rId19"/>
    <p:sldId id="279" r:id="rId20"/>
    <p:sldId id="281" r:id="rId21"/>
    <p:sldId id="282" r:id="rId22"/>
    <p:sldId id="284" r:id="rId23"/>
    <p:sldId id="285" r:id="rId24"/>
    <p:sldId id="283" r:id="rId25"/>
    <p:sldId id="287" r:id="rId26"/>
    <p:sldId id="288" r:id="rId27"/>
    <p:sldId id="289" r:id="rId28"/>
  </p:sldIdLst>
  <p:sldSz cx="12192000" cy="6858000"/>
  <p:notesSz cx="6858000" cy="9144000"/>
  <p:defaultTextStyle>
    <a:defPPr rtl="0"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промовчанням" id="{32F47ED6-EBAB-4208-8BF1-A65A5466A4F8}">
          <p14:sldIdLst>
            <p14:sldId id="263"/>
            <p14:sldId id="259"/>
            <p14:sldId id="265"/>
            <p14:sldId id="268"/>
            <p14:sldId id="264"/>
            <p14:sldId id="266"/>
            <p14:sldId id="267"/>
            <p14:sldId id="269"/>
            <p14:sldId id="270"/>
            <p14:sldId id="271"/>
            <p14:sldId id="272"/>
          </p14:sldIdLst>
        </p14:section>
        <p14:section name="Розділ без заголовка" id="{D6C489FE-D46D-4E36-BB60-BCEED348840A}">
          <p14:sldIdLst>
            <p14:sldId id="273"/>
            <p14:sldId id="274"/>
            <p14:sldId id="275"/>
            <p14:sldId id="277"/>
            <p14:sldId id="276"/>
            <p14:sldId id="280"/>
            <p14:sldId id="278"/>
            <p14:sldId id="279"/>
            <p14:sldId id="281"/>
            <p14:sldId id="282"/>
            <p14:sldId id="284"/>
            <p14:sldId id="285"/>
            <p14:sldId id="283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04" autoAdjust="0"/>
  </p:normalViewPr>
  <p:slideViewPr>
    <p:cSldViewPr snapToGrid="0">
      <p:cViewPr varScale="1">
        <p:scale>
          <a:sx n="88" d="100"/>
          <a:sy n="88" d="100"/>
        </p:scale>
        <p:origin x="49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custSel modSld modMainMaster modNotesMaster modHandout">
      <pc:chgData name="Fake Test User" userId="SID-0" providerId="Test" clId="FakeClientId" dt="2019-02-02T02:15:52.729" v="31" actId="790"/>
      <pc:docMkLst>
        <pc:docMk/>
      </pc:docMkLst>
      <pc:sldChg chg="modSp modNotes">
        <pc:chgData name="Fake Test User" userId="SID-0" providerId="Test" clId="FakeClientId" dt="2019-02-02T02:15:21.965" v="28" actId="790"/>
        <pc:sldMkLst>
          <pc:docMk/>
          <pc:sldMk cId="2120883542" sldId="259"/>
        </pc:sldMkLst>
        <pc:spChg chg="mod">
          <ac:chgData name="Fake Test User" userId="SID-0" providerId="Test" clId="FakeClientId" dt="2019-02-02T01:44:58.109" v="2" actId="27636"/>
          <ac:spMkLst>
            <pc:docMk/>
            <pc:sldMk cId="2120883542" sldId="259"/>
            <ac:spMk id="13" creationId="{00000000-0000-0000-0000-000000000000}"/>
          </ac:spMkLst>
        </pc:spChg>
        <pc:spChg chg="mod">
          <ac:chgData name="Fake Test User" userId="SID-0" providerId="Test" clId="FakeClientId" dt="2019-02-02T01:44:58" v="1" actId="790"/>
          <ac:spMkLst>
            <pc:docMk/>
            <pc:sldMk cId="2120883542" sldId="259"/>
            <ac:spMk id="14" creationId="{00000000-0000-0000-0000-000000000000}"/>
          </ac:spMkLst>
        </pc:spChg>
      </pc:sldChg>
      <pc:sldChg chg="modSp mod modNotes">
        <pc:chgData name="Fake Test User" userId="SID-0" providerId="Test" clId="FakeClientId" dt="2019-02-02T02:15:28.840" v="29" actId="790"/>
        <pc:sldMkLst>
          <pc:docMk/>
          <pc:sldMk cId="1673355267" sldId="260"/>
        </pc:sldMkLst>
        <pc:spChg chg="mod">
          <ac:chgData name="Fake Test User" userId="SID-0" providerId="Test" clId="FakeClientId" dt="2019-02-02T01:45:31.231" v="7" actId="27636"/>
          <ac:spMkLst>
            <pc:docMk/>
            <pc:sldMk cId="1673355267" sldId="260"/>
            <ac:spMk id="2" creationId="{00000000-0000-0000-0000-000000000000}"/>
          </ac:spMkLst>
        </pc:spChg>
        <pc:graphicFrameChg chg="mod">
          <ac:chgData name="Fake Test User" userId="SID-0" providerId="Test" clId="FakeClientId" dt="2019-02-02T01:45:31.231" v="7" actId="27636"/>
          <ac:graphicFrameMkLst>
            <pc:docMk/>
            <pc:sldMk cId="1673355267" sldId="260"/>
            <ac:graphicFrameMk id="10" creationId="{00000000-0000-0000-0000-000000000000}"/>
          </ac:graphicFrameMkLst>
        </pc:graphicFrameChg>
      </pc:sldChg>
      <pc:sldChg chg="modSp modNotes">
        <pc:chgData name="Fake Test User" userId="SID-0" providerId="Test" clId="FakeClientId" dt="2019-02-02T02:15:35.089" v="30" actId="790"/>
        <pc:sldMkLst>
          <pc:docMk/>
          <pc:sldMk cId="3291707652" sldId="261"/>
        </pc:sldMkLst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2" creationId="{00000000-0000-0000-0000-000000000000}"/>
          </ac:spMkLst>
        </pc:spChg>
        <pc:spChg chg="mod">
          <ac:chgData name="Fake Test User" userId="SID-0" providerId="Test" clId="FakeClientId" dt="2019-02-02T01:45:56.246" v="8" actId="790"/>
          <ac:spMkLst>
            <pc:docMk/>
            <pc:sldMk cId="3291707652" sldId="261"/>
            <ac:spMk id="5" creationId="{00000000-0000-0000-0000-000000000000}"/>
          </ac:spMkLst>
        </pc:spChg>
        <pc:graphicFrameChg chg="modGraphic">
          <ac:chgData name="Fake Test User" userId="SID-0" providerId="Test" clId="FakeClientId" dt="2019-02-02T01:46:16.056" v="10" actId="790"/>
          <ac:graphicFrameMkLst>
            <pc:docMk/>
            <pc:sldMk cId="3291707652" sldId="261"/>
            <ac:graphicFrameMk id="9" creationId="{00000000-0000-0000-0000-000000000000}"/>
          </ac:graphicFrameMkLst>
        </pc:graphicFrameChg>
      </pc:sldChg>
      <pc:sldChg chg="modNotes">
        <pc:chgData name="Fake Test User" userId="SID-0" providerId="Test" clId="FakeClientId" dt="2019-02-02T02:15:52.729" v="31" actId="790"/>
        <pc:sldMkLst>
          <pc:docMk/>
          <pc:sldMk cId="72188550" sldId="262"/>
        </pc:sldMkLst>
      </pc:sldChg>
      <pc:sldChg chg="modSp modNotes">
        <pc:chgData name="Fake Test User" userId="SID-0" providerId="Test" clId="FakeClientId" dt="2019-02-02T02:15:14.684" v="27" actId="790"/>
        <pc:sldMkLst>
          <pc:docMk/>
          <pc:sldMk cId="4272805816" sldId="263"/>
        </pc:sldMkLst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9" creationId="{00000000-0000-0000-0000-000000000000}"/>
          </ac:spMkLst>
        </pc:spChg>
        <pc:spChg chg="mod">
          <ac:chgData name="Fake Test User" userId="SID-0" providerId="Test" clId="FakeClientId" dt="2019-02-02T01:43:49.957" v="0" actId="790"/>
          <ac:spMkLst>
            <pc:docMk/>
            <pc:sldMk cId="4272805816" sldId="263"/>
            <ac:spMk id="10" creationId="{00000000-0000-0000-0000-000000000000}"/>
          </ac:spMkLst>
        </pc:spChg>
      </pc:sldChg>
      <pc:sldMasterChg chg="modSldLayout">
        <pc:chgData name="Fake Test User" userId="SID-0" providerId="Test" clId="FakeClientId" dt="2019-02-02T02:13:16.756" v="23" actId="790"/>
        <pc:sldMasterMkLst>
          <pc:docMk/>
          <pc:sldMasterMk cId="2418306645" sldId="2147483660"/>
        </pc:sldMasterMkLst>
        <pc:sldLayoutChg chg="modSp">
          <pc:chgData name="Fake Test User" userId="SID-0" providerId="Test" clId="FakeClientId" dt="2019-02-02T01:49:58.400" v="11" actId="790"/>
          <pc:sldLayoutMkLst>
            <pc:docMk/>
            <pc:sldMasterMk cId="2418306645" sldId="2147483660"/>
            <pc:sldLayoutMk cId="2387230882" sldId="2147483662"/>
          </pc:sldLayoutMkLst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49:58.400" v="11" actId="790"/>
            <ac:spMkLst>
              <pc:docMk/>
              <pc:sldMasterMk cId="2418306645" sldId="2147483660"/>
              <pc:sldLayoutMk cId="2387230882" sldId="2147483662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0:06.494" v="12" actId="790"/>
          <pc:sldLayoutMkLst>
            <pc:docMk/>
            <pc:sldMasterMk cId="2418306645" sldId="2147483660"/>
            <pc:sldLayoutMk cId="3112303157" sldId="2147483663"/>
          </pc:sldLayoutMkLst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0:06.494" v="12" actId="790"/>
            <ac:spMkLst>
              <pc:docMk/>
              <pc:sldMasterMk cId="2418306645" sldId="2147483660"/>
              <pc:sldLayoutMk cId="3112303157" sldId="2147483663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08.495" v="14" actId="790"/>
          <pc:sldLayoutMkLst>
            <pc:docMk/>
            <pc:sldMasterMk cId="2418306645" sldId="2147483660"/>
            <pc:sldLayoutMk cId="3578019991" sldId="2147483664"/>
          </pc:sldLayoutMkLst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1:57:08.495" v="14" actId="790"/>
            <ac:spMkLst>
              <pc:docMk/>
              <pc:sldMasterMk cId="2418306645" sldId="2147483660"/>
              <pc:sldLayoutMk cId="3578019991" sldId="2147483664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35.306" v="16" actId="790"/>
          <pc:sldLayoutMkLst>
            <pc:docMk/>
            <pc:sldMasterMk cId="2418306645" sldId="2147483660"/>
            <pc:sldLayoutMk cId="941831192" sldId="2147483665"/>
          </pc:sldLayoutMkLst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0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1" creationId="{00000000-0000-0000-0000-000000000000}"/>
            </ac:spMkLst>
          </pc:spChg>
          <pc:spChg chg="mod">
            <ac:chgData name="Fake Test User" userId="SID-0" providerId="Test" clId="FakeClientId" dt="2019-02-02T01:57:35.306" v="16" actId="790"/>
            <ac:spMkLst>
              <pc:docMk/>
              <pc:sldMasterMk cId="2418306645" sldId="2147483660"/>
              <pc:sldLayoutMk cId="941831192" sldId="2147483665"/>
              <ac:spMk id="12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1:57:49.555" v="17" actId="790"/>
          <pc:sldLayoutMkLst>
            <pc:docMk/>
            <pc:sldMasterMk cId="2418306645" sldId="2147483660"/>
            <pc:sldLayoutMk cId="3382545829" sldId="2147483666"/>
          </pc:sldLayoutMkLst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1:57:49.555" v="17" actId="790"/>
            <ac:spMkLst>
              <pc:docMk/>
              <pc:sldMasterMk cId="2418306645" sldId="2147483660"/>
              <pc:sldLayoutMk cId="3382545829" sldId="2147483666"/>
              <ac:spMk id="8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05.182" v="19" actId="790"/>
          <pc:sldLayoutMkLst>
            <pc:docMk/>
            <pc:sldMasterMk cId="2418306645" sldId="2147483660"/>
            <pc:sldLayoutMk cId="797648398" sldId="2147483667"/>
          </pc:sldLayoutMkLst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5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6" creationId="{00000000-0000-0000-0000-000000000000}"/>
            </ac:spMkLst>
          </pc:spChg>
          <pc:spChg chg="mod">
            <ac:chgData name="Fake Test User" userId="SID-0" providerId="Test" clId="FakeClientId" dt="2019-02-02T02:12:05.182" v="19" actId="790"/>
            <ac:spMkLst>
              <pc:docMk/>
              <pc:sldMasterMk cId="2418306645" sldId="2147483660"/>
              <pc:sldLayoutMk cId="797648398" sldId="2147483667"/>
              <ac:spMk id="7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26.087" v="20" actId="790"/>
          <pc:sldLayoutMkLst>
            <pc:docMk/>
            <pc:sldMasterMk cId="2418306645" sldId="2147483660"/>
            <pc:sldLayoutMk cId="1664369684" sldId="2147483668"/>
          </pc:sldLayoutMkLst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26.087" v="20" actId="790"/>
            <ac:spMkLst>
              <pc:docMk/>
              <pc:sldMasterMk cId="2418306645" sldId="2147483660"/>
              <pc:sldLayoutMk cId="1664369684" sldId="2147483668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45.085" v="21" actId="790"/>
          <pc:sldLayoutMkLst>
            <pc:docMk/>
            <pc:sldMasterMk cId="2418306645" sldId="2147483660"/>
            <pc:sldLayoutMk cId="3953468857" sldId="2147483669"/>
          </pc:sldLayoutMkLst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4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9" creationId="{00000000-0000-0000-0000-000000000000}"/>
            </ac:spMkLst>
          </pc:spChg>
          <pc:spChg chg="mod">
            <ac:chgData name="Fake Test User" userId="SID-0" providerId="Test" clId="FakeClientId" dt="2019-02-02T02:12:45.085" v="21" actId="790"/>
            <ac:spMkLst>
              <pc:docMk/>
              <pc:sldMasterMk cId="2418306645" sldId="2147483660"/>
              <pc:sldLayoutMk cId="3953468857" sldId="2147483669"/>
              <ac:spMk id="10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2:58.835" v="22" actId="790"/>
          <pc:sldLayoutMkLst>
            <pc:docMk/>
            <pc:sldMasterMk cId="2418306645" sldId="2147483660"/>
            <pc:sldLayoutMk cId="4006949616" sldId="2147483670"/>
          </pc:sldLayoutMkLst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2:58.835" v="22" actId="790"/>
            <ac:spMkLst>
              <pc:docMk/>
              <pc:sldMasterMk cId="2418306645" sldId="2147483660"/>
              <pc:sldLayoutMk cId="4006949616" sldId="2147483670"/>
              <ac:spMk id="9" creationId="{00000000-0000-0000-0000-000000000000}"/>
            </ac:spMkLst>
          </pc:spChg>
        </pc:sldLayoutChg>
        <pc:sldLayoutChg chg="modSp">
          <pc:chgData name="Fake Test User" userId="SID-0" providerId="Test" clId="FakeClientId" dt="2019-02-02T02:13:16.756" v="23" actId="790"/>
          <pc:sldLayoutMkLst>
            <pc:docMk/>
            <pc:sldMasterMk cId="2418306645" sldId="2147483660"/>
            <pc:sldLayoutMk cId="1676023556" sldId="2147483671"/>
          </pc:sldLayoutMkLst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2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3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7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8" creationId="{00000000-0000-0000-0000-000000000000}"/>
            </ac:spMkLst>
          </pc:spChg>
          <pc:spChg chg="mod">
            <ac:chgData name="Fake Test User" userId="SID-0" providerId="Test" clId="FakeClientId" dt="2019-02-02T02:13:16.756" v="23" actId="790"/>
            <ac:spMkLst>
              <pc:docMk/>
              <pc:sldMasterMk cId="2418306645" sldId="2147483660"/>
              <pc:sldLayoutMk cId="1676023556" sldId="2147483671"/>
              <ac:spMk id="9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F71AF1-BFF6-4CB8-A9A9-BB035F965074}" type="datetime1">
              <a:rPr lang="uk-UA" smtClean="0"/>
              <a:t>08.09.2025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F910782-FDC2-4F7C-A018-7A502E5089C7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483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59F760-76B7-4CBB-856D-8F0D61B07A8A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uk-UA" noProof="0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uk-UA" noProof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936D52-512B-47DE-BC94-6C88A56CE986}" type="slidenum">
              <a:rPr lang="uk-UA" noProof="0" smtClean="0"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3409969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 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9C936D52-512B-47DE-BC94-6C88A56CE98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33922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265857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688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949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165807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3823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73369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59607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7723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29612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8896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3216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81663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11502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5986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95529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99106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7507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99750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67668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53788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16989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1429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54709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4708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936D52-512B-47DE-BC94-6C88A56CE986}" type="slidenum">
              <a:rPr lang="uk-UA" smtClean="0"/>
              <a:t>27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4901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Група 15"/>
          <p:cNvGrpSpPr/>
          <p:nvPr userDrawn="1"/>
        </p:nvGrpSpPr>
        <p:grpSpPr bwMode="ltGray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Прямокутник 13"/>
            <p:cNvSpPr/>
            <p:nvPr/>
          </p:nvSpPr>
          <p:spPr bwMode="ltGray"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uk-UA" noProof="0" dirty="0"/>
            </a:p>
          </p:txBody>
        </p:sp>
        <p:sp>
          <p:nvSpPr>
            <p:cNvPr id="8" name="Овал 2"/>
            <p:cNvSpPr>
              <a:spLocks noChangeArrowheads="1"/>
            </p:cNvSpPr>
            <p:nvPr/>
          </p:nvSpPr>
          <p:spPr bwMode="ltGray">
            <a:xfrm flipH="1">
              <a:off x="90458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9" name="Овал 3"/>
            <p:cNvSpPr>
              <a:spLocks noChangeArrowheads="1"/>
            </p:cNvSpPr>
            <p:nvPr/>
          </p:nvSpPr>
          <p:spPr bwMode="ltGray">
            <a:xfrm flipH="1">
              <a:off x="7255119" y="16002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0" name="Овал 4"/>
            <p:cNvSpPr>
              <a:spLocks noChangeArrowheads="1"/>
            </p:cNvSpPr>
            <p:nvPr/>
          </p:nvSpPr>
          <p:spPr bwMode="ltGray">
            <a:xfrm flipH="1">
              <a:off x="5464419" y="16002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1" name="Овал 5"/>
            <p:cNvSpPr>
              <a:spLocks noChangeArrowheads="1"/>
            </p:cNvSpPr>
            <p:nvPr/>
          </p:nvSpPr>
          <p:spPr bwMode="ltGray">
            <a:xfrm flipH="1">
              <a:off x="5464419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2" name="Овал 6"/>
            <p:cNvSpPr>
              <a:spLocks noChangeArrowheads="1"/>
            </p:cNvSpPr>
            <p:nvPr/>
          </p:nvSpPr>
          <p:spPr bwMode="ltGray">
            <a:xfrm flipH="1">
              <a:off x="3732457" y="3276600"/>
              <a:ext cx="1524000" cy="1524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/>
            <a:extLst/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  <p:sp>
          <p:nvSpPr>
            <p:cNvPr id="13" name="Овал 7"/>
            <p:cNvSpPr>
              <a:spLocks noChangeArrowheads="1"/>
            </p:cNvSpPr>
            <p:nvPr/>
          </p:nvSpPr>
          <p:spPr bwMode="ltGray">
            <a:xfrm flipH="1">
              <a:off x="9045819" y="3276600"/>
              <a:ext cx="1524000" cy="1524000"/>
            </a:xfrm>
            <a:prstGeom prst="ellipse">
              <a:avLst/>
            </a:prstGeom>
            <a:noFill/>
            <a:ln w="28575">
              <a:solidFill>
                <a:schemeClr val="accent2">
                  <a:lumMod val="20000"/>
                  <a:lumOff val="8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E0E0F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rtlCol="0" anchor="ctr"/>
            <a:lstStyle/>
            <a:p>
              <a:pPr algn="ctr" rtl="0" eaLnBrk="1" hangingPunct="1"/>
              <a:endParaRPr lang="uk-UA" sz="2400" noProof="0" dirty="0">
                <a:latin typeface="Times New Roman" charset="0"/>
              </a:endParaRPr>
            </a:p>
          </p:txBody>
        </p:sp>
      </p:grp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rtlCol="0" anchor="b"/>
          <a:lstStyle>
            <a:lvl1pPr algn="l">
              <a:defRPr sz="6000"/>
            </a:lvl1pPr>
          </a:lstStyle>
          <a:p>
            <a:pPr rtl="0"/>
            <a:r>
              <a:rPr lang="uk-UA" noProof="0" smtClean="0"/>
              <a:t>Зразок заголовка</a:t>
            </a:r>
            <a:endParaRPr lang="uk-UA" noProof="0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 b="1" i="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uk-UA" noProof="0" smtClean="0"/>
              <a:t>Зразок підзаголовка</a:t>
            </a:r>
            <a:endParaRPr lang="uk-UA" noProof="0" dirty="0"/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62C269-D084-4370-B4B0-7C3E8820E28B}" type="datetime1">
              <a:rPr lang="uk-UA" noProof="0" smtClean="0"/>
              <a:t>08.09.2025</a:t>
            </a:fld>
            <a:endParaRPr lang="uk-UA" noProof="0" dirty="0"/>
          </a:p>
        </p:txBody>
      </p:sp>
      <p:sp>
        <p:nvSpPr>
          <p:cNvPr id="29" name="Заповнювач для нижнього колонтитула 2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0" name="Заповнювач для номера слайда 2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419750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A9CF2D1-7D48-4340-990C-36E233E06D2F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8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238723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62262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66ED3F-1686-46CB-8995-B9D1E7F0D8B8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1123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 smtClean="0"/>
              <a:t>Зразок заголовка</a:t>
            </a:r>
            <a:endParaRPr lang="uk-UA" noProof="0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18079F-4C55-45F4-A7AE-2247E70E2AF0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5780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1850" y="274638"/>
            <a:ext cx="10515600" cy="1143000"/>
          </a:xfrm>
        </p:spPr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 hasCustomPrompt="1"/>
          </p:nvPr>
        </p:nvSpPr>
        <p:spPr>
          <a:xfrm>
            <a:off x="831850" y="1489075"/>
            <a:ext cx="5156200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 hasCustomPrompt="1"/>
          </p:nvPr>
        </p:nvSpPr>
        <p:spPr>
          <a:xfrm>
            <a:off x="831850" y="2193925"/>
            <a:ext cx="5156200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 hasCustomPrompt="1"/>
          </p:nvPr>
        </p:nvSpPr>
        <p:spPr>
          <a:xfrm>
            <a:off x="6189663" y="1489075"/>
            <a:ext cx="5157787" cy="641350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 hasCustomPrompt="1"/>
          </p:nvPr>
        </p:nvSpPr>
        <p:spPr>
          <a:xfrm>
            <a:off x="6189663" y="2193925"/>
            <a:ext cx="5157787" cy="3978275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10" name="Заповнювач для дати 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6B0831-F4C6-4BEF-9C4F-27729561C8BF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11" name="Заповнювач для нижнього колонтитула 10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2" name="Заповнювач для номера слайда 11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94183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 noProof="0" smtClean="0"/>
              <a:t>Зразок заголовка</a:t>
            </a:r>
            <a:endParaRPr lang="uk-UA" noProof="0"/>
          </a:p>
        </p:txBody>
      </p:sp>
      <p:sp>
        <p:nvSpPr>
          <p:cNvPr id="6" name="Заповнювач для дати 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82D664-4F5F-4CE1-9DD4-F4911B007F8B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7" name="Заповнювач для нижнього колонтитула 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8" name="Місце для номера слайда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38254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повнювач для дати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50C221-C4A2-48F1-9BC7-1A582A35B2B6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6" name="Заповнювач для нижнього колонтитула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79764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338138" indent="-338138"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833521-5C7D-482C-9877-FC73F3A75E95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6436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зображення 2" descr="Пустий покажчик місця заповнення для зображення Клацніть цей покажчик і виберіть зображення, яке потрібно додати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 noProof="0" smtClean="0"/>
              <a:t>Клацніть піктограму, щоб додати зображення</a:t>
            </a:r>
            <a:endParaRPr lang="uk-UA" noProof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101850"/>
            <a:ext cx="3932237" cy="3759200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uk-UA" noProof="0"/>
              <a:t>Зразки заголовків</a:t>
            </a:r>
          </a:p>
        </p:txBody>
      </p:sp>
      <p:sp>
        <p:nvSpPr>
          <p:cNvPr id="8" name="Заповнювач для дати 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F6CF3A-069D-480F-B7E0-44D0D3A5D8A1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9" name="Заповнювач для нижнього колонтитула 8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10" name="Місце для номера слайда 9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395346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62EF3B-FE2B-469D-B919-DB7024896F56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400694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 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uk-UA" noProof="0"/>
              <a:t>Зразок заголовка</a:t>
            </a:r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uk-UA" noProof="0"/>
              <a:t>Зразки заголовків</a:t>
            </a:r>
          </a:p>
          <a:p>
            <a:pPr lvl="1" rtl="0"/>
            <a:r>
              <a:rPr lang="uk-UA" noProof="0"/>
              <a:t>Другий рівень</a:t>
            </a:r>
          </a:p>
          <a:p>
            <a:pPr lvl="2" rtl="0"/>
            <a:r>
              <a:rPr lang="uk-UA" noProof="0"/>
              <a:t>Третій рівень</a:t>
            </a:r>
          </a:p>
          <a:p>
            <a:pPr lvl="3" rtl="0"/>
            <a:r>
              <a:rPr lang="uk-UA" noProof="0"/>
              <a:t>Четвертий рівень</a:t>
            </a:r>
          </a:p>
          <a:p>
            <a:pPr lvl="4" rtl="0"/>
            <a:r>
              <a:rPr lang="uk-UA" noProof="0"/>
              <a:t>П’ятий рівень</a:t>
            </a:r>
          </a:p>
        </p:txBody>
      </p:sp>
      <p:sp>
        <p:nvSpPr>
          <p:cNvPr id="7" name="Заповнювач для дати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930C3FD-AA51-4EC7-8233-3F59BCA42C8A}" type="datetime1">
              <a:rPr lang="uk-UA" noProof="0" smtClean="0"/>
              <a:t>08.09.2025</a:t>
            </a:fld>
            <a:endParaRPr lang="uk-UA" noProof="0"/>
          </a:p>
        </p:txBody>
      </p:sp>
      <p:sp>
        <p:nvSpPr>
          <p:cNvPr id="8" name="Заповнювач для нижнього колонтитула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uk-UA" noProof="0"/>
              <a:t>Додайте нижній колонтитул</a:t>
            </a:r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/>
          </a:p>
        </p:txBody>
      </p:sp>
    </p:spTree>
    <p:extLst>
      <p:ext uri="{BB962C8B-B14F-4D97-AF65-F5344CB8AC3E}">
        <p14:creationId xmlns:p14="http://schemas.microsoft.com/office/powerpoint/2010/main" val="1676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Група 20"/>
          <p:cNvGrpSpPr/>
          <p:nvPr userDrawn="1"/>
        </p:nvGrpSpPr>
        <p:grpSpPr>
          <a:xfrm>
            <a:off x="1860687" y="450998"/>
            <a:ext cx="7620000" cy="1139952"/>
            <a:chOff x="1860687" y="450998"/>
            <a:chExt cx="7620000" cy="1139952"/>
          </a:xfrm>
        </p:grpSpPr>
        <p:pic>
          <p:nvPicPr>
            <p:cNvPr id="22" name="Зображення 21"/>
            <p:cNvPicPr>
              <a:picLocks noChangeAspect="1"/>
            </p:cNvPicPr>
            <p:nvPr userDrawn="1"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gray">
            <a:xfrm>
              <a:off x="1860687" y="450998"/>
              <a:ext cx="7620000" cy="1139952"/>
            </a:xfrm>
            <a:prstGeom prst="rect">
              <a:avLst/>
            </a:prstGeom>
          </p:spPr>
        </p:pic>
        <p:grpSp>
          <p:nvGrpSpPr>
            <p:cNvPr id="23" name="Група 22"/>
            <p:cNvGrpSpPr/>
            <p:nvPr userDrawn="1"/>
          </p:nvGrpSpPr>
          <p:grpSpPr>
            <a:xfrm>
              <a:off x="1860687" y="450998"/>
              <a:ext cx="7615237" cy="1106488"/>
              <a:chOff x="1891518" y="519806"/>
              <a:chExt cx="7615237" cy="1106488"/>
            </a:xfrm>
          </p:grpSpPr>
          <p:sp>
            <p:nvSpPr>
              <p:cNvPr id="24" name="Овал 6"/>
              <p:cNvSpPr>
                <a:spLocks noChangeArrowheads="1"/>
              </p:cNvSpPr>
              <p:nvPr/>
            </p:nvSpPr>
            <p:spPr bwMode="hidden">
              <a:xfrm flipH="1">
                <a:off x="5688818" y="519806"/>
                <a:ext cx="1104900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ex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5" name="Овал 7"/>
              <p:cNvSpPr>
                <a:spLocks noChangeArrowheads="1"/>
              </p:cNvSpPr>
              <p:nvPr/>
            </p:nvSpPr>
            <p:spPr bwMode="hidden">
              <a:xfrm flipH="1">
                <a:off x="8403443" y="519806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ex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6" name="Овал 8"/>
              <p:cNvSpPr>
                <a:spLocks noChangeArrowheads="1"/>
              </p:cNvSpPr>
              <p:nvPr/>
            </p:nvSpPr>
            <p:spPr bwMode="hidden">
              <a:xfrm flipH="1">
                <a:off x="1891518" y="521394"/>
                <a:ext cx="1103312" cy="1104900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  <a:effectLst/>
              <a:extLst/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7" name="Овал 9"/>
              <p:cNvSpPr>
                <a:spLocks noChangeArrowheads="1"/>
              </p:cNvSpPr>
              <p:nvPr/>
            </p:nvSpPr>
            <p:spPr bwMode="hidden">
              <a:xfrm flipH="1">
                <a:off x="7144555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E0E0F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  <p:sp>
            <p:nvSpPr>
              <p:cNvPr id="28" name="Овал 10"/>
              <p:cNvSpPr>
                <a:spLocks noChangeArrowheads="1"/>
              </p:cNvSpPr>
              <p:nvPr/>
            </p:nvSpPr>
            <p:spPr bwMode="hidden">
              <a:xfrm flipH="1">
                <a:off x="3178980" y="519806"/>
                <a:ext cx="1103312" cy="1104900"/>
              </a:xfrm>
              <a:prstGeom prst="ellipse">
                <a:avLst/>
              </a:prstGeom>
              <a:noFill/>
              <a:ln w="28575">
                <a:solidFill>
                  <a:schemeClr val="accent1">
                    <a:lumMod val="20000"/>
                    <a:lumOff val="80000"/>
                  </a:schemeClr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rtlCol="0" anchor="ctr"/>
              <a:lstStyle/>
              <a:p>
                <a:pPr algn="ctr" rtl="0" eaLnBrk="1" hangingPunct="1"/>
                <a:endParaRPr lang="uk-UA" sz="2400" noProof="0" dirty="0">
                  <a:latin typeface="Times New Roman" charset="0"/>
                </a:endParaRPr>
              </a:p>
            </p:txBody>
          </p:sp>
        </p:grpSp>
      </p:grpSp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uk-UA" noProof="0" dirty="0"/>
              <a:t>Клацніть, щоб редагувати стиль зразка заголовка</a:t>
            </a:r>
          </a:p>
        </p:txBody>
      </p:sp>
      <p:sp>
        <p:nvSpPr>
          <p:cNvPr id="3" name="Заповнювач для тексту 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uk-UA" noProof="0" dirty="0"/>
              <a:t>Зразки заголовків</a:t>
            </a:r>
          </a:p>
          <a:p>
            <a:pPr lvl="1" rtl="0"/>
            <a:r>
              <a:rPr lang="uk-UA" noProof="0" dirty="0"/>
              <a:t>Другий рівень</a:t>
            </a:r>
          </a:p>
          <a:p>
            <a:pPr lvl="2" rtl="0"/>
            <a:r>
              <a:rPr lang="uk-UA" noProof="0" dirty="0"/>
              <a:t>Третій рівень</a:t>
            </a:r>
          </a:p>
          <a:p>
            <a:pPr lvl="3" rtl="0"/>
            <a:r>
              <a:rPr lang="uk-UA" noProof="0" dirty="0"/>
              <a:t>Четвертий рівень</a:t>
            </a:r>
          </a:p>
          <a:p>
            <a:pPr lvl="4" rtl="0"/>
            <a:r>
              <a:rPr lang="uk-UA" noProof="0" dirty="0"/>
              <a:t>П’ятий рівень</a:t>
            </a:r>
          </a:p>
          <a:p>
            <a:pPr lvl="8" rtl="0"/>
            <a:endParaRPr lang="uk-UA" noProof="0" dirty="0"/>
          </a:p>
        </p:txBody>
      </p:sp>
      <p:sp>
        <p:nvSpPr>
          <p:cNvPr id="31" name="Заповнювач для дати 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0FA2FB0D-317C-4778-BAFD-F0F2D74BE974}" type="datetime1">
              <a:rPr lang="uk-UA" noProof="0" smtClean="0"/>
              <a:t>08.09.2025</a:t>
            </a:fld>
            <a:endParaRPr lang="uk-UA" noProof="0" dirty="0"/>
          </a:p>
        </p:txBody>
      </p:sp>
      <p:sp>
        <p:nvSpPr>
          <p:cNvPr id="32" name="Заповнювач для нижнього колонтитула 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uk-UA" noProof="0" dirty="0"/>
              <a:t>Додайте нижній колонтитул</a:t>
            </a:r>
          </a:p>
        </p:txBody>
      </p:sp>
      <p:sp>
        <p:nvSpPr>
          <p:cNvPr id="33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C62155A9-2BEA-4E1A-A809-3AB570F0F126}" type="slidenum">
              <a:rPr lang="uk-UA" noProof="0" smtClean="0"/>
              <a:pPr/>
              <a:t>‹№›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241830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b="1" kern="1200" cap="none" spc="0">
          <a:ln w="22225">
            <a:solidFill>
              <a:schemeClr val="tx2"/>
            </a:solidFill>
            <a:prstDash val="solid"/>
          </a:ln>
          <a:solidFill>
            <a:schemeClr val="tx2">
              <a:lumMod val="60000"/>
              <a:lumOff val="4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287338" indent="-287338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>
            <a:lumMod val="75000"/>
          </a:schemeClr>
        </a:buClr>
        <a:buSzPct val="70000"/>
        <a:buFont typeface="Wingdings" panose="05000000000000000000" pitchFamily="2" charset="2"/>
        <a:buChar char="¤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2575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4">
            <a:lumMod val="75000"/>
          </a:schemeClr>
        </a:buClr>
        <a:buSzPct val="70000"/>
        <a:buFont typeface="Wingdings" panose="05000000000000000000" pitchFamily="2" charset="2"/>
        <a:buChar char="¤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5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6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1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3">
            <a:lumMod val="75000"/>
          </a:schemeClr>
        </a:buClr>
        <a:buSzPct val="70000"/>
        <a:buFont typeface="Wingdings" panose="05000000000000000000" pitchFamily="2" charset="2"/>
        <a:buChar char="¤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8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en-US" smtClean="0"/>
              <a:t>Ansible</a:t>
            </a:r>
            <a:r>
              <a:rPr lang="en-US"/>
              <a:t>: </a:t>
            </a:r>
            <a:r>
              <a:rPr lang="uk-UA"/>
              <a:t>змінні, ролі, шаблони</a:t>
            </a:r>
            <a:endParaRPr lang="uk-UA" dirty="0"/>
          </a:p>
        </p:txBody>
      </p:sp>
      <p:sp>
        <p:nvSpPr>
          <p:cNvPr id="10" name="Підзаголовок 9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r>
              <a:rPr lang="ru-RU" dirty="0"/>
              <a:t>Курс: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</a:t>
            </a:r>
            <a:r>
              <a:rPr lang="ru-RU" dirty="0" err="1"/>
              <a:t>інформаційних</a:t>
            </a:r>
            <a:r>
              <a:rPr lang="ru-RU" dirty="0"/>
              <a:t> систем</a:t>
            </a:r>
          </a:p>
          <a:p>
            <a:pPr rt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280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 smtClean="0"/>
              <a:t>Змінні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590937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Змінні в </a:t>
            </a:r>
            <a:r>
              <a:rPr lang="en-US" sz="1800" dirty="0" err="1"/>
              <a:t>Ansible</a:t>
            </a:r>
            <a:r>
              <a:rPr lang="en-US" sz="1800" dirty="0"/>
              <a:t> </a:t>
            </a:r>
            <a:r>
              <a:rPr lang="uk-UA" sz="1800" dirty="0"/>
              <a:t>дозволяють зберігати та використовувати дані для налаштування та автоматизації завдань. Вони підвищують гнучкість і повторне використання конфігурацій. Змінні можна визначати на різних рівнях, і їхній доступ регулюється правилами </a:t>
            </a:r>
            <a:r>
              <a:rPr lang="en-US" sz="1800" i="1" dirty="0"/>
              <a:t>scoping</a:t>
            </a:r>
            <a:r>
              <a:rPr lang="en-US" sz="1800" dirty="0"/>
              <a:t> (</a:t>
            </a:r>
            <a:r>
              <a:rPr lang="uk-UA" sz="1800" dirty="0"/>
              <a:t>областю видимості).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634" y="2787151"/>
            <a:ext cx="4938919" cy="377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8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157" y="1591410"/>
            <a:ext cx="11277356" cy="405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84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94656" y="634160"/>
            <a:ext cx="10515600" cy="1325563"/>
          </a:xfrm>
        </p:spPr>
        <p:txBody>
          <a:bodyPr rtlCol="0">
            <a:normAutofit/>
          </a:bodyPr>
          <a:lstStyle/>
          <a:p>
            <a:r>
              <a:rPr lang="ru-RU" dirty="0" err="1" smtClean="0"/>
              <a:t>Види</a:t>
            </a:r>
            <a:r>
              <a:rPr lang="ru-RU" dirty="0" smtClean="0"/>
              <a:t> </a:t>
            </a:r>
            <a:r>
              <a:rPr lang="ru-RU" dirty="0" err="1"/>
              <a:t>змінних</a:t>
            </a:r>
            <a:r>
              <a:rPr lang="ru-RU" dirty="0"/>
              <a:t> в </a:t>
            </a:r>
            <a:r>
              <a:rPr lang="ru-RU" dirty="0" err="1"/>
              <a:t>Ansible</a:t>
            </a:r>
            <a:endParaRPr lang="ru-RU" dirty="0"/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57792" y="2248853"/>
            <a:ext cx="7626532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 smtClean="0"/>
          </a:p>
          <a:p>
            <a:r>
              <a:rPr lang="en-US" sz="1800" dirty="0" smtClean="0"/>
              <a:t>Inventory </a:t>
            </a:r>
            <a:r>
              <a:rPr lang="en-US" sz="1800" dirty="0"/>
              <a:t>variables – </a:t>
            </a:r>
            <a:r>
              <a:rPr lang="uk-UA" sz="1800"/>
              <a:t>у файлі </a:t>
            </a:r>
            <a:r>
              <a:rPr lang="en-US" sz="1800"/>
              <a:t>inventory (</a:t>
            </a:r>
            <a:r>
              <a:rPr lang="uk-UA" sz="1800"/>
              <a:t>групові та хостові</a:t>
            </a:r>
            <a:r>
              <a:rPr lang="uk-UA" sz="1800" smtClean="0"/>
              <a:t>).</a:t>
            </a:r>
            <a:endParaRPr lang="uk-UA" sz="1800" dirty="0"/>
          </a:p>
          <a:p>
            <a:r>
              <a:rPr lang="en-US" sz="1800"/>
              <a:t>Playbook variables – </a:t>
            </a:r>
            <a:r>
              <a:rPr lang="uk-UA" sz="1800"/>
              <a:t>оголошуються прямо у </a:t>
            </a:r>
            <a:r>
              <a:rPr lang="en-US" sz="1800"/>
              <a:t>play.</a:t>
            </a:r>
          </a:p>
          <a:p>
            <a:r>
              <a:rPr lang="en-US" sz="1800" dirty="0" smtClean="0"/>
              <a:t>Role </a:t>
            </a:r>
            <a:r>
              <a:rPr lang="en-US" sz="1800" dirty="0"/>
              <a:t>variables – </a:t>
            </a:r>
            <a:r>
              <a:rPr lang="uk-UA" sz="1800"/>
              <a:t>змінні, що приходять з ролей (</a:t>
            </a:r>
            <a:r>
              <a:rPr lang="en-US" sz="1800"/>
              <a:t>defaults, vars</a:t>
            </a:r>
            <a:r>
              <a:rPr lang="en-US" sz="1800" smtClean="0"/>
              <a:t>).</a:t>
            </a:r>
            <a:endParaRPr lang="en-US" sz="1800" dirty="0"/>
          </a:p>
          <a:p>
            <a:r>
              <a:rPr lang="en-US" sz="1800" dirty="0"/>
              <a:t>Extra </a:t>
            </a:r>
            <a:r>
              <a:rPr lang="en-US" sz="1800" dirty="0" err="1"/>
              <a:t>vars</a:t>
            </a:r>
            <a:r>
              <a:rPr lang="en-US" sz="1800" dirty="0"/>
              <a:t> – </a:t>
            </a:r>
            <a:r>
              <a:rPr lang="uk-UA" sz="1800"/>
              <a:t>передаються через командний рядок (</a:t>
            </a:r>
            <a:r>
              <a:rPr lang="en-US" sz="1800"/>
              <a:t>ansible-playbook ... </a:t>
            </a:r>
            <a:r>
              <a:rPr lang="en-US" sz="1800" dirty="0"/>
              <a:t>-e </a:t>
            </a:r>
            <a:r>
              <a:rPr lang="en-US" sz="1800" dirty="0" err="1"/>
              <a:t>var</a:t>
            </a:r>
            <a:r>
              <a:rPr lang="en-US" sz="1800" dirty="0"/>
              <a:t>=value</a:t>
            </a:r>
            <a:r>
              <a:rPr lang="en-US" sz="1800" dirty="0" smtClean="0"/>
              <a:t>).</a:t>
            </a:r>
            <a:endParaRPr lang="en-US" sz="1800" dirty="0"/>
          </a:p>
          <a:p>
            <a:r>
              <a:rPr lang="en-US" sz="1800" dirty="0"/>
              <a:t>Facts – </a:t>
            </a:r>
            <a:r>
              <a:rPr lang="uk-UA" sz="1800"/>
              <a:t>автоматично зібрані дані про систему (</a:t>
            </a:r>
            <a:r>
              <a:rPr lang="en-US" sz="1800"/>
              <a:t>ansible_facts</a:t>
            </a:r>
            <a:r>
              <a:rPr lang="en-US" sz="1800" smtClean="0"/>
              <a:t>).</a:t>
            </a:r>
            <a:endParaRPr lang="en-US" sz="1800" dirty="0"/>
          </a:p>
          <a:p>
            <a:r>
              <a:rPr lang="en-US" sz="1800" dirty="0"/>
              <a:t>Registered variables – </a:t>
            </a:r>
            <a:r>
              <a:rPr lang="uk-UA" sz="1800"/>
              <a:t>результати виконання завдання (</a:t>
            </a:r>
            <a:r>
              <a:rPr lang="en-US" sz="1800"/>
              <a:t>register).</a:t>
            </a:r>
            <a:endParaRPr lang="uk-UA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63057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9" y="181314"/>
            <a:ext cx="10515600" cy="1325563"/>
          </a:xfrm>
        </p:spPr>
        <p:txBody>
          <a:bodyPr rtlCol="0">
            <a:normAutofit/>
          </a:bodyPr>
          <a:lstStyle/>
          <a:p>
            <a:pPr lvl="0"/>
            <a:r>
              <a:rPr lang="uk-UA" dirty="0" smtClean="0"/>
              <a:t>Пріоритетність змінних у </a:t>
            </a:r>
            <a:r>
              <a:rPr lang="en-US" dirty="0" err="1" smtClean="0"/>
              <a:t>Ansible</a:t>
            </a:r>
            <a:endParaRPr lang="en-U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974" y="1297871"/>
            <a:ext cx="5182049" cy="528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 smtClean="0"/>
              <a:t>Приклад</a:t>
            </a:r>
            <a:endParaRPr lang="uk-UA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068" y="365125"/>
            <a:ext cx="5728769" cy="315127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025" y="3778321"/>
            <a:ext cx="10044030" cy="2545301"/>
          </a:xfrm>
          <a:prstGeom prst="rect">
            <a:avLst/>
          </a:prstGeom>
        </p:spPr>
      </p:pic>
      <p:sp>
        <p:nvSpPr>
          <p:cNvPr id="6" name="Прямокутник 5"/>
          <p:cNvSpPr/>
          <p:nvPr/>
        </p:nvSpPr>
        <p:spPr>
          <a:xfrm>
            <a:off x="838200" y="1583274"/>
            <a:ext cx="38010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Declaring variables in playbooks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165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 smtClean="0"/>
              <a:t>Приклад</a:t>
            </a:r>
            <a:endParaRPr lang="uk-UA" dirty="0"/>
          </a:p>
        </p:txBody>
      </p:sp>
      <p:sp>
        <p:nvSpPr>
          <p:cNvPr id="6" name="Прямокутник 5"/>
          <p:cNvSpPr/>
          <p:nvPr/>
        </p:nvSpPr>
        <p:spPr>
          <a:xfrm>
            <a:off x="838200" y="1583274"/>
            <a:ext cx="361990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Using variables in the Inventory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uk-UA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321" y="204499"/>
            <a:ext cx="4488569" cy="350550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508" y="3979174"/>
            <a:ext cx="10028789" cy="227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3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uk-UA" dirty="0" smtClean="0"/>
              <a:t>Приклад</a:t>
            </a:r>
            <a:endParaRPr lang="uk-UA" dirty="0"/>
          </a:p>
        </p:txBody>
      </p:sp>
      <p:sp>
        <p:nvSpPr>
          <p:cNvPr id="6" name="Прямокутник 5"/>
          <p:cNvSpPr/>
          <p:nvPr/>
        </p:nvSpPr>
        <p:spPr>
          <a:xfrm>
            <a:off x="838200" y="1583274"/>
            <a:ext cx="2720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Ansible playbook facts</a:t>
            </a:r>
            <a:endParaRPr lang="uk-UA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078" y="239102"/>
            <a:ext cx="5159002" cy="34270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3999" y="3792132"/>
            <a:ext cx="8584672" cy="263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58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03365" y="321582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Scoping variables</a:t>
            </a:r>
            <a:endParaRPr lang="uk-UA" dirty="0"/>
          </a:p>
        </p:txBody>
      </p:sp>
      <p:sp>
        <p:nvSpPr>
          <p:cNvPr id="6" name="Прямокутник 5"/>
          <p:cNvSpPr/>
          <p:nvPr/>
        </p:nvSpPr>
        <p:spPr>
          <a:xfrm>
            <a:off x="803365" y="1539731"/>
            <a:ext cx="51924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Ansible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три </a:t>
            </a:r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r>
              <a:rPr lang="ru-RU" dirty="0"/>
              <a:t> </a:t>
            </a:r>
            <a:r>
              <a:rPr lang="ru-RU" dirty="0" err="1"/>
              <a:t>видимості</a:t>
            </a:r>
            <a:r>
              <a:rPr lang="ru-RU" dirty="0"/>
              <a:t>:</a:t>
            </a:r>
            <a:endParaRPr lang="ru-RU" dirty="0">
              <a:effectLst/>
            </a:endParaRPr>
          </a:p>
        </p:txBody>
      </p:sp>
      <p:sp>
        <p:nvSpPr>
          <p:cNvPr id="8" name="Місце для вмісту 13"/>
          <p:cNvSpPr txBox="1">
            <a:spLocks/>
          </p:cNvSpPr>
          <p:nvPr/>
        </p:nvSpPr>
        <p:spPr>
          <a:xfrm>
            <a:off x="803364" y="1621836"/>
            <a:ext cx="6729554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>
              <a:effectLst/>
            </a:endParaRPr>
          </a:p>
        </p:txBody>
      </p:sp>
      <p:sp>
        <p:nvSpPr>
          <p:cNvPr id="2" name="Прямокутник 1"/>
          <p:cNvSpPr/>
          <p:nvPr/>
        </p:nvSpPr>
        <p:spPr>
          <a:xfrm>
            <a:off x="923106" y="2024069"/>
            <a:ext cx="76112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Global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effectLst/>
              </a:rPr>
              <a:t>Host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022" y="2285987"/>
            <a:ext cx="4938919" cy="377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18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03365" y="321582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Host Scope</a:t>
            </a:r>
            <a:endParaRPr lang="uk-UA" dirty="0"/>
          </a:p>
        </p:txBody>
      </p:sp>
      <p:sp>
        <p:nvSpPr>
          <p:cNvPr id="8" name="Місце для вмісту 13"/>
          <p:cNvSpPr txBox="1">
            <a:spLocks/>
          </p:cNvSpPr>
          <p:nvPr/>
        </p:nvSpPr>
        <p:spPr>
          <a:xfrm>
            <a:off x="803364" y="1621836"/>
            <a:ext cx="6729554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23" y="2114217"/>
            <a:ext cx="5105842" cy="112023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/>
          <a:srcRect r="16264"/>
          <a:stretch/>
        </p:blipFill>
        <p:spPr>
          <a:xfrm>
            <a:off x="955323" y="3810431"/>
            <a:ext cx="5105842" cy="1592718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549" y="3499894"/>
            <a:ext cx="5262974" cy="2489671"/>
          </a:xfrm>
          <a:prstGeom prst="rect">
            <a:avLst/>
          </a:prstGeom>
        </p:spPr>
      </p:pic>
      <p:sp>
        <p:nvSpPr>
          <p:cNvPr id="12" name="Прямокутник 11"/>
          <p:cNvSpPr/>
          <p:nvPr/>
        </p:nvSpPr>
        <p:spPr>
          <a:xfrm>
            <a:off x="6348549" y="3046239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Output</a:t>
            </a:r>
            <a:r>
              <a:rPr lang="en-US"/>
              <a:t>:</a:t>
            </a:r>
            <a:endParaRPr lang="uk-UA"/>
          </a:p>
        </p:txBody>
      </p:sp>
      <p:sp>
        <p:nvSpPr>
          <p:cNvPr id="14" name="Прямокутник 13"/>
          <p:cNvSpPr/>
          <p:nvPr/>
        </p:nvSpPr>
        <p:spPr>
          <a:xfrm>
            <a:off x="955323" y="1561623"/>
            <a:ext cx="1664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Inventory file:</a:t>
            </a:r>
            <a:endParaRPr lang="uk-UA"/>
          </a:p>
        </p:txBody>
      </p:sp>
      <p:sp>
        <p:nvSpPr>
          <p:cNvPr id="15" name="Прямокутник 14"/>
          <p:cNvSpPr/>
          <p:nvPr/>
        </p:nvSpPr>
        <p:spPr>
          <a:xfrm>
            <a:off x="1099014" y="3415571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Playbook: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811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03365" y="321582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 smtClean="0"/>
              <a:t>Play Scope</a:t>
            </a:r>
            <a:endParaRPr lang="uk-UA" dirty="0"/>
          </a:p>
        </p:txBody>
      </p:sp>
      <p:sp>
        <p:nvSpPr>
          <p:cNvPr id="8" name="Місце для вмісту 13"/>
          <p:cNvSpPr txBox="1">
            <a:spLocks/>
          </p:cNvSpPr>
          <p:nvPr/>
        </p:nvSpPr>
        <p:spPr>
          <a:xfrm>
            <a:off x="803364" y="1621836"/>
            <a:ext cx="6729554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>
              <a:effectLst/>
            </a:endParaRPr>
          </a:p>
        </p:txBody>
      </p:sp>
      <p:sp>
        <p:nvSpPr>
          <p:cNvPr id="12" name="Прямокутник 11"/>
          <p:cNvSpPr/>
          <p:nvPr/>
        </p:nvSpPr>
        <p:spPr>
          <a:xfrm>
            <a:off x="6305006" y="2019521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Output</a:t>
            </a:r>
            <a:r>
              <a:rPr lang="en-US"/>
              <a:t>:</a:t>
            </a:r>
            <a:endParaRPr lang="uk-UA"/>
          </a:p>
        </p:txBody>
      </p:sp>
      <p:sp>
        <p:nvSpPr>
          <p:cNvPr id="15" name="Прямокутник 14"/>
          <p:cNvSpPr/>
          <p:nvPr/>
        </p:nvSpPr>
        <p:spPr>
          <a:xfrm>
            <a:off x="803363" y="2019521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Playbook:</a:t>
            </a:r>
            <a:endParaRPr lang="uk-UA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21" y="2555542"/>
            <a:ext cx="3596952" cy="345978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968" y="2761229"/>
            <a:ext cx="5936494" cy="311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4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03365" y="321582"/>
            <a:ext cx="10515600" cy="1325563"/>
          </a:xfrm>
        </p:spPr>
        <p:txBody>
          <a:bodyPr rtlCol="0">
            <a:normAutofit/>
          </a:bodyPr>
          <a:lstStyle/>
          <a:p>
            <a:r>
              <a:rPr lang="en-US" dirty="0" smtClean="0"/>
              <a:t>Global Scope</a:t>
            </a:r>
            <a:endParaRPr lang="uk-UA" dirty="0"/>
          </a:p>
        </p:txBody>
      </p:sp>
      <p:sp>
        <p:nvSpPr>
          <p:cNvPr id="8" name="Місце для вмісту 13"/>
          <p:cNvSpPr txBox="1">
            <a:spLocks/>
          </p:cNvSpPr>
          <p:nvPr/>
        </p:nvSpPr>
        <p:spPr>
          <a:xfrm>
            <a:off x="803364" y="1621836"/>
            <a:ext cx="6729554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>
              <a:effectLst/>
            </a:endParaRPr>
          </a:p>
        </p:txBody>
      </p:sp>
      <p:sp>
        <p:nvSpPr>
          <p:cNvPr id="12" name="Прямокутник 11"/>
          <p:cNvSpPr/>
          <p:nvPr/>
        </p:nvSpPr>
        <p:spPr>
          <a:xfrm>
            <a:off x="6348549" y="3046239"/>
            <a:ext cx="1045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Output</a:t>
            </a:r>
            <a:r>
              <a:rPr lang="en-US"/>
              <a:t>:</a:t>
            </a:r>
            <a:endParaRPr lang="uk-UA"/>
          </a:p>
        </p:txBody>
      </p:sp>
      <p:sp>
        <p:nvSpPr>
          <p:cNvPr id="14" name="Прямокутник 13"/>
          <p:cNvSpPr/>
          <p:nvPr/>
        </p:nvSpPr>
        <p:spPr>
          <a:xfrm>
            <a:off x="955323" y="1561623"/>
            <a:ext cx="3741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Command to run the playbook:</a:t>
            </a:r>
            <a:endParaRPr lang="uk-UA"/>
          </a:p>
        </p:txBody>
      </p:sp>
      <p:sp>
        <p:nvSpPr>
          <p:cNvPr id="15" name="Прямокутник 14"/>
          <p:cNvSpPr/>
          <p:nvPr/>
        </p:nvSpPr>
        <p:spPr>
          <a:xfrm>
            <a:off x="955323" y="2755360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Playbook:</a:t>
            </a:r>
            <a:endParaRPr lang="uk-UA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01" y="3270131"/>
            <a:ext cx="4496190" cy="294919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401" y="2007498"/>
            <a:ext cx="5014395" cy="4496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5"/>
          <a:srcRect r="36831"/>
          <a:stretch/>
        </p:blipFill>
        <p:spPr>
          <a:xfrm>
            <a:off x="7559326" y="3148200"/>
            <a:ext cx="3759639" cy="319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45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39" y="1082430"/>
            <a:ext cx="9343063" cy="490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40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200" y="7307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 smtClean="0"/>
              <a:t>Ролі та структура </a:t>
            </a:r>
            <a:r>
              <a:rPr lang="uk-UA" dirty="0" err="1" smtClean="0"/>
              <a:t>проєкту</a:t>
            </a:r>
            <a:endParaRPr lang="uk-UA" dirty="0"/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200" y="1220426"/>
            <a:ext cx="10515600" cy="2590937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Ролі </a:t>
            </a:r>
            <a:r>
              <a:rPr lang="en-US" sz="1800"/>
              <a:t>Ansible </a:t>
            </a:r>
            <a:r>
              <a:rPr lang="uk-UA" sz="1800"/>
              <a:t>надають чітко визначену структуру та фреймворк для організації </a:t>
            </a:r>
            <a:r>
              <a:rPr lang="uk-UA" sz="1800" smtClean="0"/>
              <a:t>завдань</a:t>
            </a:r>
            <a:r>
              <a:rPr lang="uk-UA" sz="1800"/>
              <a:t>, змінних, обробників, метаданих, шаблонів та інших файлів.</a:t>
            </a:r>
            <a:endParaRPr lang="uk-UA" sz="1800">
              <a:effectLst/>
            </a:endParaRPr>
          </a:p>
        </p:txBody>
      </p:sp>
      <p:sp>
        <p:nvSpPr>
          <p:cNvPr id="5" name="Прямокутник 4"/>
          <p:cNvSpPr/>
          <p:nvPr/>
        </p:nvSpPr>
        <p:spPr>
          <a:xfrm>
            <a:off x="907869" y="2373387"/>
            <a:ext cx="52935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Ролі потрібні для</a:t>
            </a:r>
            <a:r>
              <a:rPr lang="en-US" smtClean="0"/>
              <a:t>:</a:t>
            </a:r>
            <a:endParaRPr lang="uk-UA" smtClean="0"/>
          </a:p>
          <a:p>
            <a:endParaRPr lang="uk-U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групування та структурування </a:t>
            </a:r>
            <a:r>
              <a:rPr lang="uk-UA" dirty="0" smtClean="0"/>
              <a:t>коду</a:t>
            </a:r>
            <a:endParaRPr lang="uk-U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спрощення поширення коду з </a:t>
            </a:r>
            <a:r>
              <a:rPr lang="uk-UA" dirty="0" smtClean="0"/>
              <a:t>іншими</a:t>
            </a:r>
            <a:endParaRPr lang="uk-U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зменшення складності великих </a:t>
            </a:r>
            <a:r>
              <a:rPr lang="uk-UA" dirty="0" err="1" smtClean="0"/>
              <a:t>проєктів</a:t>
            </a:r>
            <a:endParaRPr lang="uk-U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/>
              <a:t>логічного поділу </a:t>
            </a:r>
            <a:r>
              <a:rPr lang="uk-UA" dirty="0" smtClean="0"/>
              <a:t>завдань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 smtClean="0"/>
              <a:t>покращення співпраці між користувачами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dirty="0" smtClean="0"/>
              <a:t>підвищення </a:t>
            </a:r>
            <a:r>
              <a:rPr lang="uk-UA" dirty="0"/>
              <a:t>швидкості розробки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615" y="2330268"/>
            <a:ext cx="5152347" cy="2962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200" y="73079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 smtClean="0"/>
              <a:t>Структура</a:t>
            </a: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134" y="1627785"/>
            <a:ext cx="8472277" cy="4503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42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96835" y="473674"/>
            <a:ext cx="3516086" cy="1325563"/>
          </a:xfrm>
        </p:spPr>
        <p:txBody>
          <a:bodyPr rtlCol="0">
            <a:normAutofit fontScale="90000"/>
          </a:bodyPr>
          <a:lstStyle/>
          <a:p>
            <a:r>
              <a:rPr lang="uk-UA" dirty="0" smtClean="0"/>
              <a:t>Приклад структури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532" y="2073595"/>
            <a:ext cx="2709690" cy="119395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034" y="73079"/>
            <a:ext cx="7207611" cy="45240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699524"/>
            <a:ext cx="9282167" cy="198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64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uk-UA" dirty="0" smtClean="0"/>
              <a:t>Приклади застосування ролі</a:t>
            </a:r>
            <a:endParaRPr lang="uk-UA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939" y="2367833"/>
            <a:ext cx="2792436" cy="183972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454" y="2928715"/>
            <a:ext cx="4085165" cy="2940861"/>
          </a:xfrm>
          <a:prstGeom prst="rect">
            <a:avLst/>
          </a:prstGeom>
        </p:spPr>
      </p:pic>
      <p:sp>
        <p:nvSpPr>
          <p:cNvPr id="8" name="Прямокутник 7"/>
          <p:cNvSpPr/>
          <p:nvPr/>
        </p:nvSpPr>
        <p:spPr>
          <a:xfrm>
            <a:off x="6349454" y="2136007"/>
            <a:ext cx="58425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Застосування ролі з додатковими параметрами</a:t>
            </a:r>
            <a:r>
              <a:rPr lang="en-US" smtClean="0"/>
              <a:t>:</a:t>
            </a:r>
            <a:endParaRPr lang="uk-UA"/>
          </a:p>
        </p:txBody>
      </p:sp>
      <p:sp>
        <p:nvSpPr>
          <p:cNvPr id="10" name="Прямокутник 9"/>
          <p:cNvSpPr/>
          <p:nvPr/>
        </p:nvSpPr>
        <p:spPr>
          <a:xfrm>
            <a:off x="1107723" y="1714023"/>
            <a:ext cx="3700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Застосування ролі у </a:t>
            </a:r>
            <a:r>
              <a:rPr lang="en-US" smtClean="0"/>
              <a:t>playbook: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0110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200" y="-105137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Формат специфікації</a:t>
            </a:r>
          </a:p>
        </p:txBody>
      </p:sp>
      <p:sp>
        <p:nvSpPr>
          <p:cNvPr id="14" name="Місце для вмісту 13"/>
          <p:cNvSpPr>
            <a:spLocks noGrp="1"/>
          </p:cNvSpPr>
          <p:nvPr>
            <p:ph idx="1"/>
          </p:nvPr>
        </p:nvSpPr>
        <p:spPr>
          <a:xfrm>
            <a:off x="838200" y="1054963"/>
            <a:ext cx="10515600" cy="2590937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uk-UA" sz="1800" dirty="0"/>
              <a:t>Специфікація аргументів ролі має бути визначена в блоці верхнього рівня </a:t>
            </a:r>
            <a:r>
              <a:rPr lang="en-US" sz="1800"/>
              <a:t>argument_specs </a:t>
            </a:r>
            <a:r>
              <a:rPr lang="uk-UA" sz="1800"/>
              <a:t>у файлі </a:t>
            </a:r>
            <a:r>
              <a:rPr lang="en-US" sz="1800"/>
              <a:t>meta/argument_specs.yml </a:t>
            </a:r>
            <a:r>
              <a:rPr lang="uk-UA" sz="1800"/>
              <a:t>ролі. </a:t>
            </a:r>
            <a:r>
              <a:rPr lang="uk-UA" sz="1800" dirty="0"/>
              <a:t>Усі поля записуються в нижньому регістрі.</a:t>
            </a:r>
            <a:endParaRPr lang="uk-UA" sz="1800" dirty="0">
              <a:effectLst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91" y="1994097"/>
            <a:ext cx="10620585" cy="39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200" y="-105137"/>
            <a:ext cx="10515600" cy="1325563"/>
          </a:xfrm>
        </p:spPr>
        <p:txBody>
          <a:bodyPr rtlCol="0">
            <a:normAutofit/>
          </a:bodyPr>
          <a:lstStyle/>
          <a:p>
            <a:r>
              <a:rPr lang="uk-UA" dirty="0"/>
              <a:t>Формат специфікації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57" y="1123700"/>
            <a:ext cx="11030965" cy="505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9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en-US"/>
              <a:t>Jinja2 </a:t>
            </a:r>
            <a:r>
              <a:rPr lang="uk-UA"/>
              <a:t>шаблонизація</a:t>
            </a:r>
          </a:p>
        </p:txBody>
      </p:sp>
      <p:sp>
        <p:nvSpPr>
          <p:cNvPr id="10" name="Прямокутник 9"/>
          <p:cNvSpPr/>
          <p:nvPr/>
        </p:nvSpPr>
        <p:spPr>
          <a:xfrm>
            <a:off x="770708" y="1371667"/>
            <a:ext cx="106026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Jinja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 веб-</a:t>
            </a:r>
            <a:r>
              <a:rPr lang="ru-RU" dirty="0" err="1"/>
              <a:t>шаблонізатор</a:t>
            </a:r>
            <a:r>
              <a:rPr lang="ru-RU" dirty="0"/>
              <a:t> для </a:t>
            </a:r>
            <a:r>
              <a:rPr lang="ru-RU" dirty="0" err="1"/>
              <a:t>мови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r>
              <a:rPr lang="ru-RU" err="1" smtClean="0"/>
              <a:t>Python</a:t>
            </a:r>
            <a:r>
              <a:rPr lang="ru-RU" smtClean="0"/>
              <a:t>.</a:t>
            </a:r>
          </a:p>
          <a:p>
            <a:r>
              <a:rPr lang="en-US"/>
              <a:t>Ansible </a:t>
            </a:r>
            <a:r>
              <a:rPr lang="uk-UA"/>
              <a:t>використовує шаблонізацію </a:t>
            </a:r>
            <a:r>
              <a:rPr lang="en-US"/>
              <a:t>Jinja2 </a:t>
            </a:r>
            <a:r>
              <a:rPr lang="uk-UA"/>
              <a:t>для забезпечення динамічних виразів та доступу до </a:t>
            </a:r>
            <a:r>
              <a:rPr lang="en-US" smtClean="0"/>
              <a:t>variables </a:t>
            </a:r>
            <a:r>
              <a:rPr lang="uk-UA" smtClean="0"/>
              <a:t>і </a:t>
            </a:r>
            <a:r>
              <a:rPr lang="en-US" smtClean="0"/>
              <a:t>facts</a:t>
            </a:r>
            <a:r>
              <a:rPr lang="uk-UA" smtClean="0"/>
              <a:t>.</a:t>
            </a:r>
            <a:endParaRPr lang="uk-UA"/>
          </a:p>
          <a:p>
            <a:endParaRPr lang="uk-UA" dirty="0"/>
          </a:p>
        </p:txBody>
      </p:sp>
      <p:pic>
        <p:nvPicPr>
          <p:cNvPr id="4098" name="Picture 2" descr="Learn the templating language(Jinja 2) у 10 хвилин – Learn the templating language in 10 хвилин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188" y="2440407"/>
            <a:ext cx="6679111" cy="3762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303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en-US"/>
              <a:t>Jinja2 </a:t>
            </a:r>
            <a:r>
              <a:rPr lang="uk-UA"/>
              <a:t>шаблонизація</a:t>
            </a:r>
          </a:p>
        </p:txBody>
      </p:sp>
      <p:sp>
        <p:nvSpPr>
          <p:cNvPr id="10" name="Прямокутник 9"/>
          <p:cNvSpPr/>
          <p:nvPr/>
        </p:nvSpPr>
        <p:spPr>
          <a:xfrm>
            <a:off x="770708" y="1257843"/>
            <a:ext cx="81904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smtClean="0"/>
              <a:t>Ш</a:t>
            </a:r>
            <a:r>
              <a:rPr lang="ru-RU" smtClean="0"/>
              <a:t>аблон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ілюструє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основ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стандартної</a:t>
            </a:r>
            <a:r>
              <a:rPr lang="ru-RU" dirty="0"/>
              <a:t> </a:t>
            </a:r>
            <a:r>
              <a:rPr lang="ru-RU" err="1"/>
              <a:t>конфігурації</a:t>
            </a:r>
            <a:r>
              <a:rPr lang="ru-RU"/>
              <a:t> </a:t>
            </a:r>
            <a:r>
              <a:rPr lang="ru-RU" smtClean="0"/>
              <a:t>Jinja2</a:t>
            </a:r>
            <a:r>
              <a:rPr lang="en-US" smtClean="0"/>
              <a:t>:</a:t>
            </a:r>
            <a:endParaRPr lang="ru-RU" dirty="0"/>
          </a:p>
          <a:p>
            <a:endParaRPr lang="uk-UA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530" y="2107866"/>
            <a:ext cx="7017400" cy="422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56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en-US"/>
              <a:t>Jinja2 </a:t>
            </a:r>
            <a:r>
              <a:rPr lang="uk-UA"/>
              <a:t>шаблонизація</a:t>
            </a:r>
          </a:p>
        </p:txBody>
      </p:sp>
      <p:sp>
        <p:nvSpPr>
          <p:cNvPr id="7" name="Прямокутник 6"/>
          <p:cNvSpPr/>
          <p:nvPr/>
        </p:nvSpPr>
        <p:spPr>
          <a:xfrm>
            <a:off x="770708" y="1398643"/>
            <a:ext cx="8190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Роздільники в </a:t>
            </a:r>
            <a:r>
              <a:rPr lang="en-US" dirty="0" err="1"/>
              <a:t>Jinja</a:t>
            </a:r>
            <a:r>
              <a:rPr lang="en-US" dirty="0"/>
              <a:t>:</a:t>
            </a:r>
            <a:endParaRPr lang="uk-UA" dirty="0"/>
          </a:p>
        </p:txBody>
      </p:sp>
      <p:graphicFrame>
        <p:nvGraphicFramePr>
          <p:cNvPr id="3" name="Таблиця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53281"/>
              </p:ext>
            </p:extLst>
          </p:nvPr>
        </p:nvGraphicFramePr>
        <p:xfrm>
          <a:off x="984070" y="2412271"/>
          <a:ext cx="9997437" cy="2638699"/>
        </p:xfrm>
        <a:graphic>
          <a:graphicData uri="http://schemas.openxmlformats.org/drawingml/2006/table">
            <a:tbl>
              <a:tblPr/>
              <a:tblGrid>
                <a:gridCol w="3332479"/>
                <a:gridCol w="3332479"/>
                <a:gridCol w="3332479"/>
              </a:tblGrid>
              <a:tr h="432574">
                <a:tc>
                  <a:txBody>
                    <a:bodyPr/>
                    <a:lstStyle/>
                    <a:p>
                      <a:r>
                        <a:rPr lang="uk-UA" sz="1400" dirty="0"/>
                        <a:t>Тип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Синтаксис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Призначення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5375">
                <a:tc>
                  <a:txBody>
                    <a:bodyPr/>
                    <a:lstStyle/>
                    <a:p>
                      <a:r>
                        <a:rPr lang="en-US" sz="1400" dirty="0"/>
                        <a:t>Statements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{% ... %}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Логічні конструкції (for, if, set тощо)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5375">
                <a:tc>
                  <a:txBody>
                    <a:bodyPr/>
                    <a:lstStyle/>
                    <a:p>
                      <a:r>
                        <a:rPr lang="en-US" sz="1400" dirty="0"/>
                        <a:t>Expressions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{{ ... }}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/>
                        <a:t>Вставка змінних/виведення значень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5375">
                <a:tc>
                  <a:txBody>
                    <a:bodyPr/>
                    <a:lstStyle/>
                    <a:p>
                      <a:r>
                        <a:rPr lang="en-US" sz="1400" dirty="0"/>
                        <a:t>Comments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{# ... #}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 err="1"/>
                        <a:t>Коментарі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що</a:t>
                      </a:r>
                      <a:r>
                        <a:rPr lang="ru-RU" sz="1400" dirty="0"/>
                        <a:t> не </a:t>
                      </a:r>
                      <a:r>
                        <a:rPr lang="ru-RU" sz="1400" dirty="0" err="1"/>
                        <a:t>відображаються</a:t>
                      </a:r>
                      <a:r>
                        <a:rPr lang="ru-RU" sz="1400" dirty="0"/>
                        <a:t> у </a:t>
                      </a:r>
                      <a:r>
                        <a:rPr lang="ru-RU" sz="1400" dirty="0" err="1"/>
                        <a:t>результаті</a:t>
                      </a:r>
                      <a:endParaRPr lang="ru-RU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33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en-US"/>
              <a:t>Jinja2 </a:t>
            </a:r>
            <a:r>
              <a:rPr lang="uk-UA"/>
              <a:t>шаблонизація</a:t>
            </a:r>
          </a:p>
        </p:txBody>
      </p:sp>
      <p:graphicFrame>
        <p:nvGraphicFramePr>
          <p:cNvPr id="14" name="Таблиця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23499"/>
              </p:ext>
            </p:extLst>
          </p:nvPr>
        </p:nvGraphicFramePr>
        <p:xfrm>
          <a:off x="2063932" y="1314993"/>
          <a:ext cx="10363200" cy="4990013"/>
        </p:xfrm>
        <a:graphic>
          <a:graphicData uri="http://schemas.openxmlformats.org/drawingml/2006/table">
            <a:tbl>
              <a:tblPr/>
              <a:tblGrid>
                <a:gridCol w="2590800"/>
                <a:gridCol w="2590800"/>
                <a:gridCol w="2590800"/>
                <a:gridCol w="2590800"/>
              </a:tblGrid>
              <a:tr h="403405">
                <a:tc>
                  <a:txBody>
                    <a:bodyPr/>
                    <a:lstStyle/>
                    <a:p>
                      <a:endParaRPr lang="uk-UA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b="0"/>
                        <a:t>Синтаксис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uk-UA" sz="1600" b="0"/>
                        <a:t>Приклад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uk-UA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002">
                <a:tc>
                  <a:txBody>
                    <a:bodyPr/>
                    <a:lstStyle/>
                    <a:p>
                      <a:r>
                        <a:rPr lang="uk-UA" sz="1600" b="0"/>
                        <a:t>Змінні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{{ variable }}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{{ username }}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002">
                <a:tc>
                  <a:txBody>
                    <a:bodyPr/>
                    <a:lstStyle/>
                    <a:p>
                      <a:r>
                        <a:rPr lang="uk-UA" sz="1600" b="0"/>
                        <a:t>Умови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{% if </a:t>
                      </a:r>
                      <a:r>
                        <a:rPr lang="uk-UA" sz="1600" b="0"/>
                        <a:t>умова %} ... {% </a:t>
                      </a:r>
                      <a:r>
                        <a:rPr lang="en-US" sz="1600" b="0"/>
                        <a:t>endif %}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{% if age &gt;= 18 %}Adult{% endif %}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95302">
                <a:tc>
                  <a:txBody>
                    <a:bodyPr/>
                    <a:lstStyle/>
                    <a:p>
                      <a:r>
                        <a:rPr lang="uk-UA" sz="1600" b="0"/>
                        <a:t>Цикли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{% for item in list %} ... {% </a:t>
                      </a:r>
                      <a:r>
                        <a:rPr lang="en-US" sz="1600" b="0" dirty="0" err="1"/>
                        <a:t>endfor</a:t>
                      </a:r>
                      <a:r>
                        <a:rPr lang="en-US" sz="1600" b="0" dirty="0"/>
                        <a:t> %}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{% for user in users %}{{ user }} {% endfor %}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95302">
                <a:tc>
                  <a:txBody>
                    <a:bodyPr/>
                    <a:lstStyle/>
                    <a:p>
                      <a:r>
                        <a:rPr lang="uk-UA" sz="1600" b="0"/>
                        <a:t>Фільтри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{{ variable | filter }}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{{ name | upper }}, {{ items | join(', ') }}</a:t>
                      </a:r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1600" b="0" dirty="0"/>
                    </a:p>
                  </a:txBody>
                  <a:tcPr marL="87027" marR="87027" marT="43513" marB="435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65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770708" y="73080"/>
            <a:ext cx="8895806" cy="1325563"/>
          </a:xfrm>
        </p:spPr>
        <p:txBody>
          <a:bodyPr rtlCol="0">
            <a:normAutofit/>
          </a:bodyPr>
          <a:lstStyle/>
          <a:p>
            <a:r>
              <a:rPr lang="en-US"/>
              <a:t>Jinja2 </a:t>
            </a:r>
            <a:r>
              <a:rPr lang="uk-UA"/>
              <a:t>шаблонизація</a:t>
            </a:r>
          </a:p>
        </p:txBody>
      </p:sp>
      <p:sp>
        <p:nvSpPr>
          <p:cNvPr id="10" name="Прямокутник 9"/>
          <p:cNvSpPr/>
          <p:nvPr/>
        </p:nvSpPr>
        <p:spPr>
          <a:xfrm>
            <a:off x="770708" y="1257843"/>
            <a:ext cx="8190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 smtClean="0"/>
              <a:t>Приклад запису </a:t>
            </a:r>
            <a:r>
              <a:rPr lang="uk-UA" dirty="0" err="1" smtClean="0"/>
              <a:t>ім</a:t>
            </a:r>
            <a:r>
              <a:rPr lang="en-US" dirty="0" smtClean="0"/>
              <a:t>’</a:t>
            </a:r>
            <a:r>
              <a:rPr lang="uk-UA" dirty="0" smtClean="0"/>
              <a:t>я </a:t>
            </a:r>
            <a:r>
              <a:rPr lang="uk-UA" dirty="0" err="1" smtClean="0"/>
              <a:t>хоста</a:t>
            </a:r>
            <a:r>
              <a:rPr lang="uk-UA" dirty="0" smtClean="0"/>
              <a:t> сервера до файлу</a:t>
            </a:r>
            <a:r>
              <a:rPr lang="en-US" dirty="0" smtClean="0"/>
              <a:t> </a:t>
            </a:r>
            <a:r>
              <a:rPr lang="en-US" dirty="0"/>
              <a:t>/</a:t>
            </a:r>
            <a:r>
              <a:rPr lang="en-US" dirty="0" err="1" smtClean="0"/>
              <a:t>tmp</a:t>
            </a:r>
            <a:r>
              <a:rPr lang="en-US" dirty="0" smtClean="0"/>
              <a:t>/hostname:</a:t>
            </a:r>
            <a:endParaRPr lang="en-US" dirty="0"/>
          </a:p>
          <a:p>
            <a:endParaRPr lang="uk-UA" dirty="0"/>
          </a:p>
        </p:txBody>
      </p:sp>
      <p:sp>
        <p:nvSpPr>
          <p:cNvPr id="7" name="Прямокутник 6"/>
          <p:cNvSpPr/>
          <p:nvPr/>
        </p:nvSpPr>
        <p:spPr>
          <a:xfrm>
            <a:off x="770708" y="1793420"/>
            <a:ext cx="8190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Directory:</a:t>
            </a:r>
            <a:endParaRPr lang="uk-UA" dirty="0"/>
          </a:p>
        </p:txBody>
      </p:sp>
      <p:sp>
        <p:nvSpPr>
          <p:cNvPr id="11" name="Прямокутник 10"/>
          <p:cNvSpPr/>
          <p:nvPr/>
        </p:nvSpPr>
        <p:spPr>
          <a:xfrm>
            <a:off x="6408915" y="1900396"/>
            <a:ext cx="8190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r>
              <a:rPr lang="en-US" dirty="0" smtClean="0"/>
              <a:t>est.j2:</a:t>
            </a:r>
            <a:endParaRPr lang="uk-UA" dirty="0"/>
          </a:p>
        </p:txBody>
      </p:sp>
      <p:sp>
        <p:nvSpPr>
          <p:cNvPr id="12" name="Прямокутник 11"/>
          <p:cNvSpPr/>
          <p:nvPr/>
        </p:nvSpPr>
        <p:spPr>
          <a:xfrm>
            <a:off x="770708" y="3450778"/>
            <a:ext cx="81904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h</a:t>
            </a:r>
            <a:r>
              <a:rPr lang="en-US" dirty="0" err="1" smtClean="0"/>
              <a:t>ostname.yml</a:t>
            </a:r>
            <a:r>
              <a:rPr lang="en-US" dirty="0" smtClean="0"/>
              <a:t>:</a:t>
            </a:r>
            <a:endParaRPr lang="uk-UA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709" y="1904174"/>
            <a:ext cx="3015286" cy="14358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493" y="3820110"/>
            <a:ext cx="4141351" cy="22548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915" y="2402098"/>
            <a:ext cx="4859511" cy="68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931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для </a:t>
            </a:r>
            <a:r>
              <a:rPr lang="ru-RU" dirty="0" err="1"/>
              <a:t>конфігурації</a:t>
            </a:r>
            <a:r>
              <a:rPr lang="ru-RU" dirty="0"/>
              <a:t> веб-сервера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 smtClean="0"/>
          </a:p>
        </p:txBody>
      </p:sp>
      <p:sp>
        <p:nvSpPr>
          <p:cNvPr id="3" name="Прямокутник 2"/>
          <p:cNvSpPr/>
          <p:nvPr/>
        </p:nvSpPr>
        <p:spPr>
          <a:xfrm>
            <a:off x="966751" y="1634223"/>
            <a:ext cx="1446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mtClean="0"/>
              <a:t>Структура</a:t>
            </a:r>
            <a:r>
              <a:rPr lang="en-US" smtClean="0"/>
              <a:t>:</a:t>
            </a:r>
            <a:endParaRPr lang="uk-UA"/>
          </a:p>
        </p:txBody>
      </p:sp>
      <p:sp>
        <p:nvSpPr>
          <p:cNvPr id="9" name="Прямокутник 8"/>
          <p:cNvSpPr/>
          <p:nvPr/>
        </p:nvSpPr>
        <p:spPr>
          <a:xfrm>
            <a:off x="6653822" y="1510541"/>
            <a:ext cx="1285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mtClean="0"/>
              <a:t>Playbook:</a:t>
            </a:r>
            <a:endParaRPr lang="uk-UA"/>
          </a:p>
        </p:txBody>
      </p:sp>
      <p:sp>
        <p:nvSpPr>
          <p:cNvPr id="11" name="Прямокутник 10"/>
          <p:cNvSpPr/>
          <p:nvPr/>
        </p:nvSpPr>
        <p:spPr>
          <a:xfrm>
            <a:off x="4810066" y="4368615"/>
            <a:ext cx="24032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dirty="0" smtClean="0"/>
              <a:t>Інвентарний файл</a:t>
            </a:r>
            <a:r>
              <a:rPr lang="en-US" smtClean="0"/>
              <a:t>:</a:t>
            </a:r>
            <a:endParaRPr lang="uk-UA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459" y="2175610"/>
            <a:ext cx="3360711" cy="282726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957" y="2066417"/>
            <a:ext cx="3078747" cy="153937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083" y="4911293"/>
            <a:ext cx="6759526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2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для </a:t>
            </a:r>
            <a:r>
              <a:rPr lang="ru-RU" dirty="0" err="1"/>
              <a:t>конфігурації</a:t>
            </a:r>
            <a:r>
              <a:rPr lang="ru-RU" dirty="0"/>
              <a:t> веб-сервера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 smtClean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49" y="1804790"/>
            <a:ext cx="4690322" cy="238403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793" y="1954884"/>
            <a:ext cx="4033743" cy="414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838195" y="184978"/>
            <a:ext cx="10515600" cy="1325563"/>
          </a:xfrm>
        </p:spPr>
        <p:txBody>
          <a:bodyPr rtlCol="0">
            <a:normAutofit fontScale="90000"/>
          </a:bodyPr>
          <a:lstStyle/>
          <a:p>
            <a:r>
              <a:rPr lang="ru-RU" dirty="0"/>
              <a:t>Практика: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для </a:t>
            </a:r>
            <a:r>
              <a:rPr lang="ru-RU" dirty="0" err="1"/>
              <a:t>конфігурації</a:t>
            </a:r>
            <a:r>
              <a:rPr lang="ru-RU" dirty="0"/>
              <a:t> веб-сервера</a:t>
            </a:r>
          </a:p>
        </p:txBody>
      </p:sp>
      <p:sp>
        <p:nvSpPr>
          <p:cNvPr id="7" name="Місце для вмісту 13"/>
          <p:cNvSpPr txBox="1">
            <a:spLocks/>
          </p:cNvSpPr>
          <p:nvPr/>
        </p:nvSpPr>
        <p:spPr>
          <a:xfrm>
            <a:off x="838195" y="1430248"/>
            <a:ext cx="4822376" cy="44520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7338" indent="-287338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9775" indent="-282575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4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5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6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1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3">
                  <a:lumMod val="75000"/>
                </a:schemeClr>
              </a:buClr>
              <a:buSzPct val="70000"/>
              <a:buFont typeface="Wingdings" panose="05000000000000000000" pitchFamily="2" charset="2"/>
              <a:buChar char="¤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uk-UA" sz="1800" dirty="0"/>
          </a:p>
          <a:p>
            <a:pPr marL="0" indent="0">
              <a:buNone/>
            </a:pPr>
            <a:endParaRPr lang="uk-UA" sz="18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335" y="2189548"/>
            <a:ext cx="4690654" cy="354940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5461" y="1771537"/>
            <a:ext cx="3274845" cy="1727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2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 оформлення &quot;Водяний знак&quot;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none" rtlCol="0">
        <a:spAutoFit/>
      </a:bodyPr>
      <a:lstStyle>
        <a:defPPr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29443084_TF03460614" id="{8E6C44DD-706F-449C-93DD-0EF47F9B6746}" vid="{2D2EA777-3406-4065-8192-FAE5953D728E}"/>
    </a:ext>
  </a:extLst>
</a:theme>
</file>

<file path=ppt/theme/theme2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3030</TotalTime>
  <Words>483</Words>
  <Application>Microsoft Office PowerPoint</Application>
  <PresentationFormat>Широкий екран</PresentationFormat>
  <Paragraphs>125</Paragraphs>
  <Slides>27</Slides>
  <Notes>26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2" baseType="lpstr">
      <vt:lpstr>Arial</vt:lpstr>
      <vt:lpstr>Century Gothic</vt:lpstr>
      <vt:lpstr>Times New Roman</vt:lpstr>
      <vt:lpstr>Wingdings</vt:lpstr>
      <vt:lpstr>Шаблон оформлення "Водяний знак"</vt:lpstr>
      <vt:lpstr>Ansible: змінні, ролі, шаблони</vt:lpstr>
      <vt:lpstr>Змінні</vt:lpstr>
      <vt:lpstr>Презентація PowerPoint</vt:lpstr>
      <vt:lpstr>Види змінних в Ansible</vt:lpstr>
      <vt:lpstr>Пріоритетність змінних у Ansible</vt:lpstr>
      <vt:lpstr>Приклад</vt:lpstr>
      <vt:lpstr>Приклад</vt:lpstr>
      <vt:lpstr>Приклад</vt:lpstr>
      <vt:lpstr>Scoping variables</vt:lpstr>
      <vt:lpstr>Host Scope</vt:lpstr>
      <vt:lpstr>Play Scope</vt:lpstr>
      <vt:lpstr>Global Scope</vt:lpstr>
      <vt:lpstr>Презентація PowerPoint</vt:lpstr>
      <vt:lpstr>Ролі та структура проєкту</vt:lpstr>
      <vt:lpstr>Структура</vt:lpstr>
      <vt:lpstr>Приклад структури</vt:lpstr>
      <vt:lpstr>Приклади застосування ролі</vt:lpstr>
      <vt:lpstr>Формат специфікації</vt:lpstr>
      <vt:lpstr>Формат специфікації</vt:lpstr>
      <vt:lpstr>Jinja2 шаблонизація</vt:lpstr>
      <vt:lpstr>Jinja2 шаблонизація</vt:lpstr>
      <vt:lpstr>Jinja2 шаблонизація</vt:lpstr>
      <vt:lpstr>Jinja2 шаблонизація</vt:lpstr>
      <vt:lpstr>Jinja2 шаблонизація</vt:lpstr>
      <vt:lpstr>Практика: створення ролі для конфігурації веб-сервера</vt:lpstr>
      <vt:lpstr>Практика: створення ролі для конфігурації веб-сервера</vt:lpstr>
      <vt:lpstr>Практика: створення ролі для конфігурації веб-сервера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Основи Ansible</dc:title>
  <dc:creator>Обліковий запис Microsoft</dc:creator>
  <cp:lastModifiedBy>Обліковий запис Microsoft</cp:lastModifiedBy>
  <cp:revision>45</cp:revision>
  <dcterms:created xsi:type="dcterms:W3CDTF">2025-09-06T13:03:25Z</dcterms:created>
  <dcterms:modified xsi:type="dcterms:W3CDTF">2025-09-08T16:47:54Z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74068000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