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7" r:id="rId1"/>
  </p:sldMasterIdLst>
  <p:notesMasterIdLst>
    <p:notesMasterId r:id="rId25"/>
  </p:notesMasterIdLst>
  <p:sldIdLst>
    <p:sldId id="256" r:id="rId2"/>
    <p:sldId id="257" r:id="rId3"/>
    <p:sldId id="258" r:id="rId4"/>
    <p:sldId id="268" r:id="rId5"/>
    <p:sldId id="264" r:id="rId6"/>
    <p:sldId id="263" r:id="rId7"/>
    <p:sldId id="266" r:id="rId8"/>
    <p:sldId id="260" r:id="rId9"/>
    <p:sldId id="262" r:id="rId10"/>
    <p:sldId id="267" r:id="rId11"/>
    <p:sldId id="272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9" r:id="rId21"/>
    <p:sldId id="280" r:id="rId22"/>
    <p:sldId id="281" r:id="rId23"/>
    <p:sldId id="282" r:id="rId24"/>
  </p:sldIdLst>
  <p:sldSz cx="9144000" cy="5143500" type="screen16x9"/>
  <p:notesSz cx="6858000" cy="9144000"/>
  <p:embeddedFontLst>
    <p:embeddedFont>
      <p:font typeface="Roboto Condensed" panose="020F0502020204030204" pitchFamily="34" charset="0"/>
      <p:regular r:id="rId26"/>
      <p:bold r:id="rId27"/>
      <p:italic r:id="rId28"/>
      <p:boldItalic r:id="rId29"/>
    </p:embeddedFont>
    <p:embeddedFont>
      <p:font typeface="Roboto Condensed Light" panose="020F0302020204030204" pitchFamily="34" charset="0"/>
      <p:regular r:id="rId30"/>
      <p:bold r:id="rId31"/>
      <p:italic r:id="rId32"/>
      <p:boldItalic r:id="rId33"/>
    </p:embeddedFont>
    <p:embeddedFont>
      <p:font typeface="Squada One" panose="02000000000000000000" pitchFamily="2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A1E131-8DC2-43BE-A9DF-36F4CBB0066C}">
  <a:tblStyle styleId="{57A1E131-8DC2-43BE-A9DF-36F4CBB006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694"/>
  </p:normalViewPr>
  <p:slideViewPr>
    <p:cSldViewPr snapToGrid="0">
      <p:cViewPr varScale="1">
        <p:scale>
          <a:sx n="156" d="100"/>
          <a:sy n="156" d="100"/>
        </p:scale>
        <p:origin x="8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D38B10-7513-45B0-AF8A-6AB03456E522}" type="doc">
      <dgm:prSet loTypeId="urn:microsoft.com/office/officeart/2005/8/layout/chevron2" loCatId="process" qsTypeId="urn:microsoft.com/office/officeart/2005/8/quickstyle/3d4" qsCatId="3D" csTypeId="urn:microsoft.com/office/officeart/2005/8/colors/colorful2" csCatId="colorful" phldr="1"/>
      <dgm:spPr/>
      <dgm:t>
        <a:bodyPr/>
        <a:lstStyle/>
        <a:p>
          <a:endParaRPr lang="uk-UA"/>
        </a:p>
      </dgm:t>
    </dgm:pt>
    <dgm:pt modelId="{1A3BDECF-1613-42E6-B1A9-FA8E6D776028}">
      <dgm:prSet custT="1"/>
      <dgm:spPr/>
      <dgm:t>
        <a:bodyPr/>
        <a:lstStyle/>
        <a:p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1</a:t>
          </a:r>
          <a:endParaRPr lang="uk-UA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F1A7A7CD-CA28-4E38-9224-2F4B90F2AA83}" type="parTrans" cxnId="{98AD80BF-6866-40BC-9441-FD3F33CAE024}">
      <dgm:prSet/>
      <dgm:spPr/>
      <dgm:t>
        <a:bodyPr/>
        <a:lstStyle/>
        <a:p>
          <a:endParaRPr lang="uk-UA"/>
        </a:p>
      </dgm:t>
    </dgm:pt>
    <dgm:pt modelId="{9C980D64-2CC1-49E1-B40A-04879C611EE5}" type="sibTrans" cxnId="{98AD80BF-6866-40BC-9441-FD3F33CAE024}">
      <dgm:prSet/>
      <dgm:spPr/>
      <dgm:t>
        <a:bodyPr/>
        <a:lstStyle/>
        <a:p>
          <a:endParaRPr lang="uk-UA"/>
        </a:p>
      </dgm:t>
    </dgm:pt>
    <dgm:pt modelId="{BAD8B644-570F-41D4-A1B7-E3564310CD8A}">
      <dgm:prSet custT="1"/>
      <dgm:spPr/>
      <dgm:t>
        <a:bodyPr/>
        <a:lstStyle/>
        <a:p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2</a:t>
          </a:r>
          <a:endParaRPr lang="uk-UA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F1FD73DF-D19B-42F6-89E3-8F6D22C0AEE9}" type="parTrans" cxnId="{1E666307-5E62-4213-9F6B-6E99EEFD5AB0}">
      <dgm:prSet/>
      <dgm:spPr/>
      <dgm:t>
        <a:bodyPr/>
        <a:lstStyle/>
        <a:p>
          <a:endParaRPr lang="uk-UA"/>
        </a:p>
      </dgm:t>
    </dgm:pt>
    <dgm:pt modelId="{BF9764D9-66BA-4929-9F76-76B3B24D0464}" type="sibTrans" cxnId="{1E666307-5E62-4213-9F6B-6E99EEFD5AB0}">
      <dgm:prSet/>
      <dgm:spPr/>
      <dgm:t>
        <a:bodyPr/>
        <a:lstStyle/>
        <a:p>
          <a:endParaRPr lang="uk-UA"/>
        </a:p>
      </dgm:t>
    </dgm:pt>
    <dgm:pt modelId="{66340475-0F7A-461B-983D-3D95CD0D0718}">
      <dgm:prSet custT="1"/>
      <dgm:spPr/>
      <dgm:t>
        <a:bodyPr/>
        <a:lstStyle/>
        <a:p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3</a:t>
          </a:r>
          <a:endParaRPr lang="uk-UA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B115C2BF-750E-4DBD-B280-82BFE5875399}" type="parTrans" cxnId="{45DA2C74-6565-4089-8E94-001882E4B08E}">
      <dgm:prSet/>
      <dgm:spPr/>
      <dgm:t>
        <a:bodyPr/>
        <a:lstStyle/>
        <a:p>
          <a:endParaRPr lang="uk-UA"/>
        </a:p>
      </dgm:t>
    </dgm:pt>
    <dgm:pt modelId="{7ED954A0-8B24-4FE6-A941-08D29C78C942}" type="sibTrans" cxnId="{45DA2C74-6565-4089-8E94-001882E4B08E}">
      <dgm:prSet/>
      <dgm:spPr/>
      <dgm:t>
        <a:bodyPr/>
        <a:lstStyle/>
        <a:p>
          <a:endParaRPr lang="uk-UA"/>
        </a:p>
      </dgm:t>
    </dgm:pt>
    <dgm:pt modelId="{97CF1D6B-55C4-41AA-8AAB-9E80A4351579}">
      <dgm:prSet custT="1"/>
      <dgm:spPr/>
      <dgm:t>
        <a:bodyPr/>
        <a:lstStyle/>
        <a:p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4</a:t>
          </a:r>
          <a:endParaRPr lang="uk-UA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68810F95-39DE-406A-99B4-E7E73212D35A}" type="parTrans" cxnId="{E500B2F3-5E91-4D59-8828-84DB1D92368D}">
      <dgm:prSet/>
      <dgm:spPr/>
      <dgm:t>
        <a:bodyPr/>
        <a:lstStyle/>
        <a:p>
          <a:endParaRPr lang="uk-UA"/>
        </a:p>
      </dgm:t>
    </dgm:pt>
    <dgm:pt modelId="{44767565-C169-4ADE-A2CD-49FAB86E8C07}" type="sibTrans" cxnId="{E500B2F3-5E91-4D59-8828-84DB1D92368D}">
      <dgm:prSet/>
      <dgm:spPr/>
      <dgm:t>
        <a:bodyPr/>
        <a:lstStyle/>
        <a:p>
          <a:endParaRPr lang="uk-UA"/>
        </a:p>
      </dgm:t>
    </dgm:pt>
    <dgm:pt modelId="{96D73B65-0497-42CE-AD59-C29829ED48B2}">
      <dgm:prSet/>
      <dgm:spPr/>
      <dgm:t>
        <a:bodyPr/>
        <a:lstStyle/>
        <a:p>
          <a:r>
            <a:rPr lang="uk-UA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Змінні, </a:t>
          </a:r>
          <a:r>
            <a:rPr lang="en-US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outputs, locals</a:t>
          </a:r>
          <a:endParaRPr lang="uk-UA" b="1" dirty="0">
            <a:latin typeface="Times New Roman" panose="02020603050405020304" pitchFamily="18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51DBB061-F398-46F5-BA51-4A356BCD8F66}" type="parTrans" cxnId="{F5F2E9D6-6EE7-4825-ABA7-65BECC4474FD}">
      <dgm:prSet/>
      <dgm:spPr/>
      <dgm:t>
        <a:bodyPr/>
        <a:lstStyle/>
        <a:p>
          <a:endParaRPr lang="uk-UA"/>
        </a:p>
      </dgm:t>
    </dgm:pt>
    <dgm:pt modelId="{871E496A-7D22-4F20-99AE-1DA88C2A693D}" type="sibTrans" cxnId="{F5F2E9D6-6EE7-4825-ABA7-65BECC4474FD}">
      <dgm:prSet/>
      <dgm:spPr/>
      <dgm:t>
        <a:bodyPr/>
        <a:lstStyle/>
        <a:p>
          <a:endParaRPr lang="uk-UA"/>
        </a:p>
      </dgm:t>
    </dgm:pt>
    <dgm:pt modelId="{03F9A642-4169-43F7-BC4D-C235EED16BCF}">
      <dgm:prSet/>
      <dgm:spPr/>
      <dgm:t>
        <a:bodyPr/>
        <a:lstStyle/>
        <a:p>
          <a:r>
            <a:rPr lang="uk-UA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Модулі: створення багаторазових блоків</a:t>
          </a:r>
        </a:p>
      </dgm:t>
    </dgm:pt>
    <dgm:pt modelId="{A491C4A9-C231-42DF-90E2-C5D61F055398}" type="parTrans" cxnId="{C71E0B75-8C27-4194-8E40-91F5E9286B82}">
      <dgm:prSet/>
      <dgm:spPr/>
      <dgm:t>
        <a:bodyPr/>
        <a:lstStyle/>
        <a:p>
          <a:endParaRPr lang="uk-UA"/>
        </a:p>
      </dgm:t>
    </dgm:pt>
    <dgm:pt modelId="{1F8B6F25-C362-485F-A100-92A3B9F2C9A8}" type="sibTrans" cxnId="{C71E0B75-8C27-4194-8E40-91F5E9286B82}">
      <dgm:prSet/>
      <dgm:spPr/>
      <dgm:t>
        <a:bodyPr/>
        <a:lstStyle/>
        <a:p>
          <a:endParaRPr lang="uk-UA"/>
        </a:p>
      </dgm:t>
    </dgm:pt>
    <dgm:pt modelId="{69EC5C63-3010-4AD0-957F-C328A426341F}">
      <dgm:prSet/>
      <dgm:spPr/>
      <dgm:t>
        <a:bodyPr/>
        <a:lstStyle/>
        <a:p>
          <a:r>
            <a:rPr lang="uk-UA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Приклад: модуль для мережі</a:t>
          </a:r>
        </a:p>
      </dgm:t>
    </dgm:pt>
    <dgm:pt modelId="{C19FC242-92E8-42D3-BED0-1519D6DEBB99}" type="parTrans" cxnId="{EB32037F-C538-4FAF-8616-24320C9A08D6}">
      <dgm:prSet/>
      <dgm:spPr/>
      <dgm:t>
        <a:bodyPr/>
        <a:lstStyle/>
        <a:p>
          <a:endParaRPr lang="uk-UA"/>
        </a:p>
      </dgm:t>
    </dgm:pt>
    <dgm:pt modelId="{4242B0EB-9E4A-4B15-A4C8-492E9671B564}" type="sibTrans" cxnId="{EB32037F-C538-4FAF-8616-24320C9A08D6}">
      <dgm:prSet/>
      <dgm:spPr/>
      <dgm:t>
        <a:bodyPr/>
        <a:lstStyle/>
        <a:p>
          <a:endParaRPr lang="uk-UA"/>
        </a:p>
      </dgm:t>
    </dgm:pt>
    <dgm:pt modelId="{01C0EEA3-B159-4CCC-9275-8072FE7C57FE}">
      <dgm:prSet/>
      <dgm:spPr/>
      <dgm:t>
        <a:bodyPr/>
        <a:lstStyle/>
        <a:p>
          <a:r>
            <a:rPr lang="uk-UA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Приклад: модуль для </a:t>
          </a:r>
          <a:r>
            <a:rPr lang="en-US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VM</a:t>
          </a:r>
          <a:endParaRPr lang="uk-UA" b="1" dirty="0">
            <a:latin typeface="Times New Roman" panose="02020603050405020304" pitchFamily="18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7D891D2E-C311-4959-8C33-65E557BDD572}" type="parTrans" cxnId="{BE88C9D5-3949-40F2-845D-183412A62513}">
      <dgm:prSet/>
      <dgm:spPr/>
      <dgm:t>
        <a:bodyPr/>
        <a:lstStyle/>
        <a:p>
          <a:endParaRPr lang="uk-UA"/>
        </a:p>
      </dgm:t>
    </dgm:pt>
    <dgm:pt modelId="{1811CA98-966B-4EF2-8C7C-7502A1D0A908}" type="sibTrans" cxnId="{BE88C9D5-3949-40F2-845D-183412A62513}">
      <dgm:prSet/>
      <dgm:spPr/>
      <dgm:t>
        <a:bodyPr/>
        <a:lstStyle/>
        <a:p>
          <a:endParaRPr lang="uk-UA"/>
        </a:p>
      </dgm:t>
    </dgm:pt>
    <dgm:pt modelId="{F8827E30-5AC3-49DA-83F2-7B27F1D8F529}" type="pres">
      <dgm:prSet presAssocID="{52D38B10-7513-45B0-AF8A-6AB03456E522}" presName="linearFlow" presStyleCnt="0">
        <dgm:presLayoutVars>
          <dgm:dir/>
          <dgm:animLvl val="lvl"/>
          <dgm:resizeHandles val="exact"/>
        </dgm:presLayoutVars>
      </dgm:prSet>
      <dgm:spPr/>
    </dgm:pt>
    <dgm:pt modelId="{EAABE826-9EE0-4BCD-93E6-EE6877DB948F}" type="pres">
      <dgm:prSet presAssocID="{1A3BDECF-1613-42E6-B1A9-FA8E6D776028}" presName="composite" presStyleCnt="0"/>
      <dgm:spPr/>
    </dgm:pt>
    <dgm:pt modelId="{715A90AB-E1B3-463E-8315-BD2C743599E0}" type="pres">
      <dgm:prSet presAssocID="{1A3BDECF-1613-42E6-B1A9-FA8E6D776028}" presName="parentText" presStyleLbl="alignNode1" presStyleIdx="0" presStyleCnt="4" custLinFactNeighborY="0">
        <dgm:presLayoutVars>
          <dgm:chMax val="1"/>
          <dgm:bulletEnabled val="1"/>
        </dgm:presLayoutVars>
      </dgm:prSet>
      <dgm:spPr/>
    </dgm:pt>
    <dgm:pt modelId="{E08C46D7-332A-4313-99F3-F8F444DA5869}" type="pres">
      <dgm:prSet presAssocID="{1A3BDECF-1613-42E6-B1A9-FA8E6D776028}" presName="descendantText" presStyleLbl="alignAcc1" presStyleIdx="0" presStyleCnt="4" custLinFactNeighborY="0">
        <dgm:presLayoutVars>
          <dgm:bulletEnabled val="1"/>
        </dgm:presLayoutVars>
      </dgm:prSet>
      <dgm:spPr/>
    </dgm:pt>
    <dgm:pt modelId="{6CA0E3DB-CD4F-49AA-A361-CF88A7D9F7A4}" type="pres">
      <dgm:prSet presAssocID="{9C980D64-2CC1-49E1-B40A-04879C611EE5}" presName="sp" presStyleCnt="0"/>
      <dgm:spPr/>
    </dgm:pt>
    <dgm:pt modelId="{FCA6E94D-70AC-4301-A385-0BC53CFA3346}" type="pres">
      <dgm:prSet presAssocID="{BAD8B644-570F-41D4-A1B7-E3564310CD8A}" presName="composite" presStyleCnt="0"/>
      <dgm:spPr/>
    </dgm:pt>
    <dgm:pt modelId="{AF24E209-CE0E-423D-BC4E-E61A5F208726}" type="pres">
      <dgm:prSet presAssocID="{BAD8B644-570F-41D4-A1B7-E3564310CD8A}" presName="parentText" presStyleLbl="alignNode1" presStyleIdx="1" presStyleCnt="4" custLinFactNeighborY="0">
        <dgm:presLayoutVars>
          <dgm:chMax val="1"/>
          <dgm:bulletEnabled val="1"/>
        </dgm:presLayoutVars>
      </dgm:prSet>
      <dgm:spPr/>
    </dgm:pt>
    <dgm:pt modelId="{2CD585D5-C522-4423-9533-F16CF0C5C21E}" type="pres">
      <dgm:prSet presAssocID="{BAD8B644-570F-41D4-A1B7-E3564310CD8A}" presName="descendantText" presStyleLbl="alignAcc1" presStyleIdx="1" presStyleCnt="4" custLinFactNeighborY="0">
        <dgm:presLayoutVars>
          <dgm:bulletEnabled val="1"/>
        </dgm:presLayoutVars>
      </dgm:prSet>
      <dgm:spPr/>
    </dgm:pt>
    <dgm:pt modelId="{B9649C04-9A37-4109-9687-336ED081B0A9}" type="pres">
      <dgm:prSet presAssocID="{BF9764D9-66BA-4929-9F76-76B3B24D0464}" presName="sp" presStyleCnt="0"/>
      <dgm:spPr/>
    </dgm:pt>
    <dgm:pt modelId="{D1BF6477-C8FF-4252-B9B7-F8429E35196D}" type="pres">
      <dgm:prSet presAssocID="{66340475-0F7A-461B-983D-3D95CD0D0718}" presName="composite" presStyleCnt="0"/>
      <dgm:spPr/>
    </dgm:pt>
    <dgm:pt modelId="{1FB27423-32B5-4BCA-94ED-6F68057358B2}" type="pres">
      <dgm:prSet presAssocID="{66340475-0F7A-461B-983D-3D95CD0D0718}" presName="parentText" presStyleLbl="alignNode1" presStyleIdx="2" presStyleCnt="4" custLinFactNeighborY="0">
        <dgm:presLayoutVars>
          <dgm:chMax val="1"/>
          <dgm:bulletEnabled val="1"/>
        </dgm:presLayoutVars>
      </dgm:prSet>
      <dgm:spPr/>
    </dgm:pt>
    <dgm:pt modelId="{FA79F1AB-1361-441C-8AA5-5CABEF3FDD6F}" type="pres">
      <dgm:prSet presAssocID="{66340475-0F7A-461B-983D-3D95CD0D0718}" presName="descendantText" presStyleLbl="alignAcc1" presStyleIdx="2" presStyleCnt="4" custLinFactNeighborY="0">
        <dgm:presLayoutVars>
          <dgm:bulletEnabled val="1"/>
        </dgm:presLayoutVars>
      </dgm:prSet>
      <dgm:spPr/>
    </dgm:pt>
    <dgm:pt modelId="{2219DC08-F65E-4278-9581-F9E19D31B656}" type="pres">
      <dgm:prSet presAssocID="{7ED954A0-8B24-4FE6-A941-08D29C78C942}" presName="sp" presStyleCnt="0"/>
      <dgm:spPr/>
    </dgm:pt>
    <dgm:pt modelId="{FD2A1061-FE2E-46AF-B6BF-B0787A26CF11}" type="pres">
      <dgm:prSet presAssocID="{97CF1D6B-55C4-41AA-8AAB-9E80A4351579}" presName="composite" presStyleCnt="0"/>
      <dgm:spPr/>
    </dgm:pt>
    <dgm:pt modelId="{2F1598EC-99D5-4D65-B1E7-CF16523AEE48}" type="pres">
      <dgm:prSet presAssocID="{97CF1D6B-55C4-41AA-8AAB-9E80A4351579}" presName="parentText" presStyleLbl="alignNode1" presStyleIdx="3" presStyleCnt="4" custLinFactNeighborY="0">
        <dgm:presLayoutVars>
          <dgm:chMax val="1"/>
          <dgm:bulletEnabled val="1"/>
        </dgm:presLayoutVars>
      </dgm:prSet>
      <dgm:spPr/>
    </dgm:pt>
    <dgm:pt modelId="{13B5D1C4-E87B-4783-81F1-0D8FDF8F2FB5}" type="pres">
      <dgm:prSet presAssocID="{97CF1D6B-55C4-41AA-8AAB-9E80A4351579}" presName="descendantText" presStyleLbl="alignAcc1" presStyleIdx="3" presStyleCnt="4" custLinFactNeighborY="0">
        <dgm:presLayoutVars>
          <dgm:bulletEnabled val="1"/>
        </dgm:presLayoutVars>
      </dgm:prSet>
      <dgm:spPr/>
    </dgm:pt>
  </dgm:ptLst>
  <dgm:cxnLst>
    <dgm:cxn modelId="{1E666307-5E62-4213-9F6B-6E99EEFD5AB0}" srcId="{52D38B10-7513-45B0-AF8A-6AB03456E522}" destId="{BAD8B644-570F-41D4-A1B7-E3564310CD8A}" srcOrd="1" destOrd="0" parTransId="{F1FD73DF-D19B-42F6-89E3-8F6D22C0AEE9}" sibTransId="{BF9764D9-66BA-4929-9F76-76B3B24D0464}"/>
    <dgm:cxn modelId="{748A7D0A-B721-410A-8817-E40D2A906BEC}" type="presOf" srcId="{03F9A642-4169-43F7-BC4D-C235EED16BCF}" destId="{2CD585D5-C522-4423-9533-F16CF0C5C21E}" srcOrd="0" destOrd="0" presId="urn:microsoft.com/office/officeart/2005/8/layout/chevron2"/>
    <dgm:cxn modelId="{8B0DF645-1701-474C-9211-7D710CB9DF66}" type="presOf" srcId="{52D38B10-7513-45B0-AF8A-6AB03456E522}" destId="{F8827E30-5AC3-49DA-83F2-7B27F1D8F529}" srcOrd="0" destOrd="0" presId="urn:microsoft.com/office/officeart/2005/8/layout/chevron2"/>
    <dgm:cxn modelId="{C252D24E-B206-4F22-982F-79272510FD13}" type="presOf" srcId="{97CF1D6B-55C4-41AA-8AAB-9E80A4351579}" destId="{2F1598EC-99D5-4D65-B1E7-CF16523AEE48}" srcOrd="0" destOrd="0" presId="urn:microsoft.com/office/officeart/2005/8/layout/chevron2"/>
    <dgm:cxn modelId="{730B2D59-9088-4C4A-8A47-61E9E5081C56}" type="presOf" srcId="{01C0EEA3-B159-4CCC-9275-8072FE7C57FE}" destId="{13B5D1C4-E87B-4783-81F1-0D8FDF8F2FB5}" srcOrd="0" destOrd="0" presId="urn:microsoft.com/office/officeart/2005/8/layout/chevron2"/>
    <dgm:cxn modelId="{55D60667-B602-4F09-BEC1-00CA060C2BDD}" type="presOf" srcId="{69EC5C63-3010-4AD0-957F-C328A426341F}" destId="{FA79F1AB-1361-441C-8AA5-5CABEF3FDD6F}" srcOrd="0" destOrd="0" presId="urn:microsoft.com/office/officeart/2005/8/layout/chevron2"/>
    <dgm:cxn modelId="{45DA2C74-6565-4089-8E94-001882E4B08E}" srcId="{52D38B10-7513-45B0-AF8A-6AB03456E522}" destId="{66340475-0F7A-461B-983D-3D95CD0D0718}" srcOrd="2" destOrd="0" parTransId="{B115C2BF-750E-4DBD-B280-82BFE5875399}" sibTransId="{7ED954A0-8B24-4FE6-A941-08D29C78C942}"/>
    <dgm:cxn modelId="{C71E0B75-8C27-4194-8E40-91F5E9286B82}" srcId="{BAD8B644-570F-41D4-A1B7-E3564310CD8A}" destId="{03F9A642-4169-43F7-BC4D-C235EED16BCF}" srcOrd="0" destOrd="0" parTransId="{A491C4A9-C231-42DF-90E2-C5D61F055398}" sibTransId="{1F8B6F25-C362-485F-A100-92A3B9F2C9A8}"/>
    <dgm:cxn modelId="{EB32037F-C538-4FAF-8616-24320C9A08D6}" srcId="{66340475-0F7A-461B-983D-3D95CD0D0718}" destId="{69EC5C63-3010-4AD0-957F-C328A426341F}" srcOrd="0" destOrd="0" parTransId="{C19FC242-92E8-42D3-BED0-1519D6DEBB99}" sibTransId="{4242B0EB-9E4A-4B15-A4C8-492E9671B564}"/>
    <dgm:cxn modelId="{08D9309C-B0CF-4942-85E5-CC4628CBDC58}" type="presOf" srcId="{1A3BDECF-1613-42E6-B1A9-FA8E6D776028}" destId="{715A90AB-E1B3-463E-8315-BD2C743599E0}" srcOrd="0" destOrd="0" presId="urn:microsoft.com/office/officeart/2005/8/layout/chevron2"/>
    <dgm:cxn modelId="{1D03F7A2-90EC-4659-A6E7-F1A163A948CD}" type="presOf" srcId="{BAD8B644-570F-41D4-A1B7-E3564310CD8A}" destId="{AF24E209-CE0E-423D-BC4E-E61A5F208726}" srcOrd="0" destOrd="0" presId="urn:microsoft.com/office/officeart/2005/8/layout/chevron2"/>
    <dgm:cxn modelId="{ACF736B5-C130-4646-A84E-4D1AF7A92E09}" type="presOf" srcId="{66340475-0F7A-461B-983D-3D95CD0D0718}" destId="{1FB27423-32B5-4BCA-94ED-6F68057358B2}" srcOrd="0" destOrd="0" presId="urn:microsoft.com/office/officeart/2005/8/layout/chevron2"/>
    <dgm:cxn modelId="{98AD80BF-6866-40BC-9441-FD3F33CAE024}" srcId="{52D38B10-7513-45B0-AF8A-6AB03456E522}" destId="{1A3BDECF-1613-42E6-B1A9-FA8E6D776028}" srcOrd="0" destOrd="0" parTransId="{F1A7A7CD-CA28-4E38-9224-2F4B90F2AA83}" sibTransId="{9C980D64-2CC1-49E1-B40A-04879C611EE5}"/>
    <dgm:cxn modelId="{BE88C9D5-3949-40F2-845D-183412A62513}" srcId="{97CF1D6B-55C4-41AA-8AAB-9E80A4351579}" destId="{01C0EEA3-B159-4CCC-9275-8072FE7C57FE}" srcOrd="0" destOrd="0" parTransId="{7D891D2E-C311-4959-8C33-65E557BDD572}" sibTransId="{1811CA98-966B-4EF2-8C7C-7502A1D0A908}"/>
    <dgm:cxn modelId="{F5F2E9D6-6EE7-4825-ABA7-65BECC4474FD}" srcId="{1A3BDECF-1613-42E6-B1A9-FA8E6D776028}" destId="{96D73B65-0497-42CE-AD59-C29829ED48B2}" srcOrd="0" destOrd="0" parTransId="{51DBB061-F398-46F5-BA51-4A356BCD8F66}" sibTransId="{871E496A-7D22-4F20-99AE-1DA88C2A693D}"/>
    <dgm:cxn modelId="{A00FDAE7-3E5A-48DD-B80E-F8CD5DCA2390}" type="presOf" srcId="{96D73B65-0497-42CE-AD59-C29829ED48B2}" destId="{E08C46D7-332A-4313-99F3-F8F444DA5869}" srcOrd="0" destOrd="0" presId="urn:microsoft.com/office/officeart/2005/8/layout/chevron2"/>
    <dgm:cxn modelId="{E500B2F3-5E91-4D59-8828-84DB1D92368D}" srcId="{52D38B10-7513-45B0-AF8A-6AB03456E522}" destId="{97CF1D6B-55C4-41AA-8AAB-9E80A4351579}" srcOrd="3" destOrd="0" parTransId="{68810F95-39DE-406A-99B4-E7E73212D35A}" sibTransId="{44767565-C169-4ADE-A2CD-49FAB86E8C07}"/>
    <dgm:cxn modelId="{BE275702-B1FA-4811-8D2F-C011003395DF}" type="presParOf" srcId="{F8827E30-5AC3-49DA-83F2-7B27F1D8F529}" destId="{EAABE826-9EE0-4BCD-93E6-EE6877DB948F}" srcOrd="0" destOrd="0" presId="urn:microsoft.com/office/officeart/2005/8/layout/chevron2"/>
    <dgm:cxn modelId="{9F9032A1-9277-414B-91C0-234427379131}" type="presParOf" srcId="{EAABE826-9EE0-4BCD-93E6-EE6877DB948F}" destId="{715A90AB-E1B3-463E-8315-BD2C743599E0}" srcOrd="0" destOrd="0" presId="urn:microsoft.com/office/officeart/2005/8/layout/chevron2"/>
    <dgm:cxn modelId="{01863A82-516F-4523-81FF-68E7D13A385A}" type="presParOf" srcId="{EAABE826-9EE0-4BCD-93E6-EE6877DB948F}" destId="{E08C46D7-332A-4313-99F3-F8F444DA5869}" srcOrd="1" destOrd="0" presId="urn:microsoft.com/office/officeart/2005/8/layout/chevron2"/>
    <dgm:cxn modelId="{D1478576-1165-4C8E-A2C9-3F123CC36D16}" type="presParOf" srcId="{F8827E30-5AC3-49DA-83F2-7B27F1D8F529}" destId="{6CA0E3DB-CD4F-49AA-A361-CF88A7D9F7A4}" srcOrd="1" destOrd="0" presId="urn:microsoft.com/office/officeart/2005/8/layout/chevron2"/>
    <dgm:cxn modelId="{E31D726A-49E2-47BF-9250-77A4FA97EE80}" type="presParOf" srcId="{F8827E30-5AC3-49DA-83F2-7B27F1D8F529}" destId="{FCA6E94D-70AC-4301-A385-0BC53CFA3346}" srcOrd="2" destOrd="0" presId="urn:microsoft.com/office/officeart/2005/8/layout/chevron2"/>
    <dgm:cxn modelId="{7ACB2E10-E293-4797-B3FD-7BDAAF53A33C}" type="presParOf" srcId="{FCA6E94D-70AC-4301-A385-0BC53CFA3346}" destId="{AF24E209-CE0E-423D-BC4E-E61A5F208726}" srcOrd="0" destOrd="0" presId="urn:microsoft.com/office/officeart/2005/8/layout/chevron2"/>
    <dgm:cxn modelId="{A57EE17E-FB67-4C84-84DF-270B8FEB10FF}" type="presParOf" srcId="{FCA6E94D-70AC-4301-A385-0BC53CFA3346}" destId="{2CD585D5-C522-4423-9533-F16CF0C5C21E}" srcOrd="1" destOrd="0" presId="urn:microsoft.com/office/officeart/2005/8/layout/chevron2"/>
    <dgm:cxn modelId="{01EEF1AE-79E3-4C4A-9D54-99A8ABD0CE07}" type="presParOf" srcId="{F8827E30-5AC3-49DA-83F2-7B27F1D8F529}" destId="{B9649C04-9A37-4109-9687-336ED081B0A9}" srcOrd="3" destOrd="0" presId="urn:microsoft.com/office/officeart/2005/8/layout/chevron2"/>
    <dgm:cxn modelId="{CB959ECC-BDD1-4DBD-B47F-3EFAF0326837}" type="presParOf" srcId="{F8827E30-5AC3-49DA-83F2-7B27F1D8F529}" destId="{D1BF6477-C8FF-4252-B9B7-F8429E35196D}" srcOrd="4" destOrd="0" presId="urn:microsoft.com/office/officeart/2005/8/layout/chevron2"/>
    <dgm:cxn modelId="{AA97D848-C95D-44E9-8955-6C7BFE8F32DE}" type="presParOf" srcId="{D1BF6477-C8FF-4252-B9B7-F8429E35196D}" destId="{1FB27423-32B5-4BCA-94ED-6F68057358B2}" srcOrd="0" destOrd="0" presId="urn:microsoft.com/office/officeart/2005/8/layout/chevron2"/>
    <dgm:cxn modelId="{8623A522-2FE4-424F-BDE1-5CBA5B31B729}" type="presParOf" srcId="{D1BF6477-C8FF-4252-B9B7-F8429E35196D}" destId="{FA79F1AB-1361-441C-8AA5-5CABEF3FDD6F}" srcOrd="1" destOrd="0" presId="urn:microsoft.com/office/officeart/2005/8/layout/chevron2"/>
    <dgm:cxn modelId="{10338C9B-CE64-4343-9383-6AC311E5A48F}" type="presParOf" srcId="{F8827E30-5AC3-49DA-83F2-7B27F1D8F529}" destId="{2219DC08-F65E-4278-9581-F9E19D31B656}" srcOrd="5" destOrd="0" presId="urn:microsoft.com/office/officeart/2005/8/layout/chevron2"/>
    <dgm:cxn modelId="{E692AC47-D188-4AA0-A1BF-7F952CD0133E}" type="presParOf" srcId="{F8827E30-5AC3-49DA-83F2-7B27F1D8F529}" destId="{FD2A1061-FE2E-46AF-B6BF-B0787A26CF11}" srcOrd="6" destOrd="0" presId="urn:microsoft.com/office/officeart/2005/8/layout/chevron2"/>
    <dgm:cxn modelId="{593E2D5D-9DC9-42DD-9843-B7F78FE9E333}" type="presParOf" srcId="{FD2A1061-FE2E-46AF-B6BF-B0787A26CF11}" destId="{2F1598EC-99D5-4D65-B1E7-CF16523AEE48}" srcOrd="0" destOrd="0" presId="urn:microsoft.com/office/officeart/2005/8/layout/chevron2"/>
    <dgm:cxn modelId="{C5AFCCC1-66E8-408F-B57C-056672A445FE}" type="presParOf" srcId="{FD2A1061-FE2E-46AF-B6BF-B0787A26CF11}" destId="{13B5D1C4-E87B-4783-81F1-0D8FDF8F2FB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5A90AB-E1B3-463E-8315-BD2C743599E0}">
      <dsp:nvSpPr>
        <dsp:cNvPr id="0" name=""/>
        <dsp:cNvSpPr/>
      </dsp:nvSpPr>
      <dsp:spPr>
        <a:xfrm rot="5400000">
          <a:off x="-104522" y="105900"/>
          <a:ext cx="696818" cy="48777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1</a:t>
          </a:r>
          <a:endParaRPr lang="uk-UA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1" y="245265"/>
        <a:ext cx="487773" cy="209045"/>
      </dsp:txXfrm>
    </dsp:sp>
    <dsp:sp modelId="{E08C46D7-332A-4313-99F3-F8F444DA5869}">
      <dsp:nvSpPr>
        <dsp:cNvPr id="0" name=""/>
        <dsp:cNvSpPr/>
      </dsp:nvSpPr>
      <dsp:spPr>
        <a:xfrm rot="5400000">
          <a:off x="2422101" y="-1932950"/>
          <a:ext cx="453170" cy="43218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Змінні, </a:t>
          </a:r>
          <a:r>
            <a:rPr lang="en-US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outputs, locals</a:t>
          </a:r>
          <a:endParaRPr lang="uk-UA" sz="1700" b="1" kern="1200" dirty="0">
            <a:latin typeface="Times New Roman" panose="02020603050405020304" pitchFamily="18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487773" y="23500"/>
        <a:ext cx="4299704" cy="408926"/>
      </dsp:txXfrm>
    </dsp:sp>
    <dsp:sp modelId="{AF24E209-CE0E-423D-BC4E-E61A5F208726}">
      <dsp:nvSpPr>
        <dsp:cNvPr id="0" name=""/>
        <dsp:cNvSpPr/>
      </dsp:nvSpPr>
      <dsp:spPr>
        <a:xfrm rot="5400000">
          <a:off x="-104522" y="640709"/>
          <a:ext cx="696818" cy="487773"/>
        </a:xfrm>
        <a:prstGeom prst="chevron">
          <a:avLst/>
        </a:prstGeom>
        <a:solidFill>
          <a:schemeClr val="accent2">
            <a:hueOff val="-1072636"/>
            <a:satOff val="-4273"/>
            <a:lumOff val="7843"/>
            <a:alphaOff val="0"/>
          </a:schemeClr>
        </a:solidFill>
        <a:ln w="9525" cap="flat" cmpd="sng" algn="ctr">
          <a:solidFill>
            <a:schemeClr val="accent2">
              <a:hueOff val="-1072636"/>
              <a:satOff val="-4273"/>
              <a:lumOff val="7843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2</a:t>
          </a:r>
          <a:endParaRPr lang="uk-UA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1" y="780074"/>
        <a:ext cx="487773" cy="209045"/>
      </dsp:txXfrm>
    </dsp:sp>
    <dsp:sp modelId="{2CD585D5-C522-4423-9533-F16CF0C5C21E}">
      <dsp:nvSpPr>
        <dsp:cNvPr id="0" name=""/>
        <dsp:cNvSpPr/>
      </dsp:nvSpPr>
      <dsp:spPr>
        <a:xfrm rot="5400000">
          <a:off x="2422220" y="-1398260"/>
          <a:ext cx="452932" cy="43218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1072636"/>
              <a:satOff val="-4273"/>
              <a:lumOff val="7843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Модулі: створення багаторазових блоків</a:t>
          </a:r>
        </a:p>
      </dsp:txBody>
      <dsp:txXfrm rot="-5400000">
        <a:off x="487773" y="558297"/>
        <a:ext cx="4299716" cy="408712"/>
      </dsp:txXfrm>
    </dsp:sp>
    <dsp:sp modelId="{1FB27423-32B5-4BCA-94ED-6F68057358B2}">
      <dsp:nvSpPr>
        <dsp:cNvPr id="0" name=""/>
        <dsp:cNvSpPr/>
      </dsp:nvSpPr>
      <dsp:spPr>
        <a:xfrm rot="5400000">
          <a:off x="-104522" y="1175517"/>
          <a:ext cx="696818" cy="487773"/>
        </a:xfrm>
        <a:prstGeom prst="chevron">
          <a:avLst/>
        </a:prstGeom>
        <a:solidFill>
          <a:schemeClr val="accent2">
            <a:hueOff val="-2145272"/>
            <a:satOff val="-8545"/>
            <a:lumOff val="15686"/>
            <a:alphaOff val="0"/>
          </a:schemeClr>
        </a:solidFill>
        <a:ln w="9525" cap="flat" cmpd="sng" algn="ctr">
          <a:solidFill>
            <a:schemeClr val="accent2">
              <a:hueOff val="-2145272"/>
              <a:satOff val="-8545"/>
              <a:lumOff val="15686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3</a:t>
          </a:r>
          <a:endParaRPr lang="uk-UA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1" y="1314882"/>
        <a:ext cx="487773" cy="209045"/>
      </dsp:txXfrm>
    </dsp:sp>
    <dsp:sp modelId="{FA79F1AB-1361-441C-8AA5-5CABEF3FDD6F}">
      <dsp:nvSpPr>
        <dsp:cNvPr id="0" name=""/>
        <dsp:cNvSpPr/>
      </dsp:nvSpPr>
      <dsp:spPr>
        <a:xfrm rot="5400000">
          <a:off x="2422220" y="-863452"/>
          <a:ext cx="452932" cy="43218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2145272"/>
              <a:satOff val="-8545"/>
              <a:lumOff val="15686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Приклад: модуль для мережі</a:t>
          </a:r>
        </a:p>
      </dsp:txBody>
      <dsp:txXfrm rot="-5400000">
        <a:off x="487773" y="1093105"/>
        <a:ext cx="4299716" cy="408712"/>
      </dsp:txXfrm>
    </dsp:sp>
    <dsp:sp modelId="{2F1598EC-99D5-4D65-B1E7-CF16523AEE48}">
      <dsp:nvSpPr>
        <dsp:cNvPr id="0" name=""/>
        <dsp:cNvSpPr/>
      </dsp:nvSpPr>
      <dsp:spPr>
        <a:xfrm rot="5400000">
          <a:off x="-104522" y="1710326"/>
          <a:ext cx="696818" cy="487773"/>
        </a:xfrm>
        <a:prstGeom prst="chevron">
          <a:avLst/>
        </a:prstGeom>
        <a:solidFill>
          <a:schemeClr val="accent2">
            <a:hueOff val="-3217907"/>
            <a:satOff val="-12818"/>
            <a:lumOff val="23529"/>
            <a:alphaOff val="0"/>
          </a:schemeClr>
        </a:solidFill>
        <a:ln w="9525" cap="flat" cmpd="sng" algn="ctr">
          <a:solidFill>
            <a:schemeClr val="accent2">
              <a:hueOff val="-3217907"/>
              <a:satOff val="-12818"/>
              <a:lumOff val="23529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4</a:t>
          </a:r>
          <a:endParaRPr lang="uk-UA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1" y="1849691"/>
        <a:ext cx="487773" cy="209045"/>
      </dsp:txXfrm>
    </dsp:sp>
    <dsp:sp modelId="{13B5D1C4-E87B-4783-81F1-0D8FDF8F2FB5}">
      <dsp:nvSpPr>
        <dsp:cNvPr id="0" name=""/>
        <dsp:cNvSpPr/>
      </dsp:nvSpPr>
      <dsp:spPr>
        <a:xfrm rot="5400000">
          <a:off x="2422220" y="-328644"/>
          <a:ext cx="452932" cy="43218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3217907"/>
              <a:satOff val="-12818"/>
              <a:lumOff val="23529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Приклад: модуль для </a:t>
          </a:r>
          <a:r>
            <a:rPr lang="en-US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VM</a:t>
          </a:r>
          <a:endParaRPr lang="uk-UA" sz="1700" b="1" kern="1200" dirty="0">
            <a:latin typeface="Times New Roman" panose="02020603050405020304" pitchFamily="18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487773" y="1627913"/>
        <a:ext cx="4299716" cy="408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5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847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846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0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2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bg1"/>
            </a:gs>
            <a:gs pos="100000">
              <a:schemeClr val="accent2"/>
            </a:gs>
          </a:gsLst>
          <a:lin ang="5400012" scaled="0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0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46392-C84A-4943-B574-306347676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2538586" y="1901250"/>
            <a:ext cx="4066823" cy="6705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Terraform: </a:t>
            </a:r>
            <a:r>
              <a:rPr lang="uk-UA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Модулі</a:t>
            </a:r>
            <a:endParaRPr lang="uk-UA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6E4B80-CBD6-41E7-9734-B6C1C178C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367" y="728314"/>
            <a:ext cx="2797266" cy="6738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A80E4F-038E-4514-BB7E-211DEA2FC92F}"/>
              </a:ext>
            </a:extLst>
          </p:cNvPr>
          <p:cNvSpPr txBox="1"/>
          <p:nvPr/>
        </p:nvSpPr>
        <p:spPr>
          <a:xfrm>
            <a:off x="2305877" y="2571750"/>
            <a:ext cx="4532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Курс: </a:t>
            </a:r>
            <a:r>
              <a:rPr lang="ru-RU" sz="1400" dirty="0" err="1"/>
              <a:t>Технології</a:t>
            </a:r>
            <a:r>
              <a:rPr lang="ru-RU" sz="1400" dirty="0"/>
              <a:t> </a:t>
            </a:r>
            <a:r>
              <a:rPr lang="ru-RU" sz="1400" dirty="0" err="1"/>
              <a:t>розгортання</a:t>
            </a:r>
            <a:r>
              <a:rPr lang="ru-RU" sz="1400" dirty="0"/>
              <a:t> </a:t>
            </a:r>
            <a:r>
              <a:rPr lang="ru-RU" sz="1400" dirty="0" err="1"/>
              <a:t>інформаційних</a:t>
            </a:r>
            <a:r>
              <a:rPr lang="ru-RU" sz="1400" dirty="0"/>
              <a:t> систем</a:t>
            </a:r>
          </a:p>
        </p:txBody>
      </p:sp>
    </p:spTree>
    <p:extLst>
      <p:ext uri="{BB962C8B-B14F-4D97-AF65-F5344CB8AC3E}">
        <p14:creationId xmlns:p14="http://schemas.microsoft.com/office/powerpoint/2010/main" val="2004453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46392-C84A-4943-B574-306347676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2527787" y="102889"/>
            <a:ext cx="4088423" cy="6705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Terraform: </a:t>
            </a:r>
            <a:r>
              <a:rPr lang="uk-U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Модулі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3BD07FCF-47B3-43A2-BECC-71BF89FE3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657515"/>
              </p:ext>
            </p:extLst>
          </p:nvPr>
        </p:nvGraphicFramePr>
        <p:xfrm>
          <a:off x="2167199" y="1419750"/>
          <a:ext cx="4809600" cy="23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5285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46392-C84A-4943-B574-306347676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3931274" y="0"/>
            <a:ext cx="1281451" cy="670500"/>
          </a:xfrm>
        </p:spPr>
        <p:txBody>
          <a:bodyPr/>
          <a:lstStyle/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Змінні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2336A3-22F1-4E8F-8723-C5A968C73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98510"/>
            <a:ext cx="9144000" cy="27368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E65F0A-13D1-4132-9888-CAE66CAF480F}"/>
              </a:ext>
            </a:extLst>
          </p:cNvPr>
          <p:cNvSpPr txBox="1"/>
          <p:nvPr/>
        </p:nvSpPr>
        <p:spPr>
          <a:xfrm>
            <a:off x="525600" y="670500"/>
            <a:ext cx="512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Параметри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конфігурації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Визначаються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variables.tf.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218C42BF-A0BF-4172-A3BC-B3787289E799}"/>
              </a:ext>
            </a:extLst>
          </p:cNvPr>
          <p:cNvSpPr txBox="1">
            <a:spLocks/>
          </p:cNvSpPr>
          <p:nvPr/>
        </p:nvSpPr>
        <p:spPr>
          <a:xfrm flipH="1">
            <a:off x="3931273" y="0"/>
            <a:ext cx="1281451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quada One"/>
              <a:buNone/>
              <a:defRPr sz="36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Змінні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09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BB167BA-C039-4496-9897-F82020715128}"/>
              </a:ext>
            </a:extLst>
          </p:cNvPr>
          <p:cNvSpPr txBox="1">
            <a:spLocks/>
          </p:cNvSpPr>
          <p:nvPr/>
        </p:nvSpPr>
        <p:spPr>
          <a:xfrm flipH="1">
            <a:off x="3342480" y="0"/>
            <a:ext cx="2459039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Типи змінних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E8C922-03DE-4D13-8A90-6046925CD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06" y="482571"/>
            <a:ext cx="5806986" cy="453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5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BB167BA-C039-4496-9897-F82020715128}"/>
              </a:ext>
            </a:extLst>
          </p:cNvPr>
          <p:cNvSpPr txBox="1">
            <a:spLocks/>
          </p:cNvSpPr>
          <p:nvPr/>
        </p:nvSpPr>
        <p:spPr>
          <a:xfrm flipH="1">
            <a:off x="2804161" y="-4355"/>
            <a:ext cx="3535677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Типи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variables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4E3C0-66BF-40DF-A71B-4FCA849976AF}"/>
              </a:ext>
            </a:extLst>
          </p:cNvPr>
          <p:cNvSpPr txBox="1"/>
          <p:nvPr/>
        </p:nvSpPr>
        <p:spPr>
          <a:xfrm>
            <a:off x="198000" y="504912"/>
            <a:ext cx="260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Types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B0056-AEB6-4CAD-8C25-A6AE57832519}"/>
              </a:ext>
            </a:extLst>
          </p:cNvPr>
          <p:cNvSpPr txBox="1"/>
          <p:nvPr/>
        </p:nvSpPr>
        <p:spPr>
          <a:xfrm>
            <a:off x="6471593" y="504912"/>
            <a:ext cx="260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</a:t>
            </a: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types(string/number/bool)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08B4183-F3B6-4356-9471-FE03BB155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593" y="1191257"/>
            <a:ext cx="1912810" cy="89119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8DC00C9-7A6E-44DD-A711-1FB061736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593" y="2364576"/>
            <a:ext cx="1988887" cy="77424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92E15A1-7BE0-40D9-9BB4-183B30B6D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593" y="3571874"/>
            <a:ext cx="2039288" cy="7607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234ABD3-2E6A-4E63-B4A0-F6D7001352F2}"/>
              </a:ext>
            </a:extLst>
          </p:cNvPr>
          <p:cNvSpPr txBox="1"/>
          <p:nvPr/>
        </p:nvSpPr>
        <p:spPr>
          <a:xfrm>
            <a:off x="198000" y="967701"/>
            <a:ext cx="101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AFCDA9-5167-4A20-8D59-9588AB27339F}"/>
              </a:ext>
            </a:extLst>
          </p:cNvPr>
          <p:cNvSpPr txBox="1"/>
          <p:nvPr/>
        </p:nvSpPr>
        <p:spPr>
          <a:xfrm>
            <a:off x="198000" y="2056799"/>
            <a:ext cx="101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27E45A-80E5-4313-B9B5-63A39C7F5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453" y="856957"/>
            <a:ext cx="2334603" cy="8055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29EA50-BECA-4087-ABD6-0656BD436C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453" y="1817475"/>
            <a:ext cx="4595879" cy="1334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1FE35C-615C-471D-9B34-19C3BFAF083D}"/>
              </a:ext>
            </a:extLst>
          </p:cNvPr>
          <p:cNvSpPr txBox="1"/>
          <p:nvPr/>
        </p:nvSpPr>
        <p:spPr>
          <a:xfrm>
            <a:off x="198000" y="3647441"/>
            <a:ext cx="78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5C4FC4-E2E0-40C5-B2D3-17825B6897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453" y="3306569"/>
            <a:ext cx="2348164" cy="133408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309411F1-7975-4922-B538-8E56344A5092}"/>
              </a:ext>
            </a:extLst>
          </p:cNvPr>
          <p:cNvSpPr txBox="1">
            <a:spLocks/>
          </p:cNvSpPr>
          <p:nvPr/>
        </p:nvSpPr>
        <p:spPr>
          <a:xfrm flipH="1">
            <a:off x="2804161" y="0"/>
            <a:ext cx="3535677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Типи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variables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130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11046-B9F4-4308-B26A-04E7047A58A7}"/>
              </a:ext>
            </a:extLst>
          </p:cNvPr>
          <p:cNvSpPr txBox="1">
            <a:spLocks/>
          </p:cNvSpPr>
          <p:nvPr/>
        </p:nvSpPr>
        <p:spPr>
          <a:xfrm flipH="1">
            <a:off x="3072480" y="0"/>
            <a:ext cx="2999039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Sensitive variables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F102E-32CB-41EF-B452-D9FEEB1B5D72}"/>
              </a:ext>
            </a:extLst>
          </p:cNvPr>
          <p:cNvSpPr txBox="1"/>
          <p:nvPr/>
        </p:nvSpPr>
        <p:spPr>
          <a:xfrm>
            <a:off x="493218" y="824397"/>
            <a:ext cx="31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</a:t>
            </a:r>
            <a:r>
              <a:rPr lang="uk-UA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кретів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приховування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значень</a:t>
            </a:r>
            <a:endParaRPr lang="ru-RU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FFE9DE-F052-4A5B-ADFD-8825DF2DD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938" y="912027"/>
            <a:ext cx="4546844" cy="14181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49911E-23D9-4DF4-B8E3-701F4A746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80" y="2902855"/>
            <a:ext cx="5515200" cy="168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10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9F5EB-8C68-4F79-8FB2-92BFB712DDE1}"/>
              </a:ext>
            </a:extLst>
          </p:cNvPr>
          <p:cNvSpPr txBox="1">
            <a:spLocks/>
          </p:cNvSpPr>
          <p:nvPr/>
        </p:nvSpPr>
        <p:spPr>
          <a:xfrm flipH="1">
            <a:off x="2101440" y="0"/>
            <a:ext cx="4941120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variables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DC8F5-974F-4E6C-9A6A-A22527D4E8CD}"/>
              </a:ext>
            </a:extLst>
          </p:cNvPr>
          <p:cNvSpPr txBox="1"/>
          <p:nvPr/>
        </p:nvSpPr>
        <p:spPr>
          <a:xfrm>
            <a:off x="428400" y="55945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Виклик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Значення: -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var, .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tfvars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086C9B20-7C39-4DF9-8104-8BCD68DC2007}"/>
              </a:ext>
            </a:extLst>
          </p:cNvPr>
          <p:cNvGrpSpPr/>
          <p:nvPr/>
        </p:nvGrpSpPr>
        <p:grpSpPr>
          <a:xfrm>
            <a:off x="1940017" y="1384337"/>
            <a:ext cx="6120765" cy="2994025"/>
            <a:chOff x="2181217" y="1434737"/>
            <a:chExt cx="6120765" cy="299402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D97418EA-96EF-44B4-BEF1-30B768A27DE5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181217" y="1434737"/>
              <a:ext cx="6120765" cy="2994025"/>
            </a:xfrm>
            <a:prstGeom prst="rect">
              <a:avLst/>
            </a:prstGeom>
          </p:spPr>
        </p:pic>
        <p:sp>
          <p:nvSpPr>
            <p:cNvPr id="6" name="Прямокутник 5">
              <a:extLst>
                <a:ext uri="{FF2B5EF4-FFF2-40B4-BE49-F238E27FC236}">
                  <a16:creationId xmlns:a16="http://schemas.microsoft.com/office/drawing/2014/main" id="{5D72773C-D142-46C8-AC37-EF9CCF2FEB4E}"/>
                </a:ext>
              </a:extLst>
            </p:cNvPr>
            <p:cNvSpPr/>
            <p:nvPr/>
          </p:nvSpPr>
          <p:spPr>
            <a:xfrm>
              <a:off x="3334800" y="2572213"/>
              <a:ext cx="1015200" cy="4095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>
                <a:noFill/>
              </a:endParaRPr>
            </a:p>
          </p:txBody>
        </p:sp>
        <p:sp>
          <p:nvSpPr>
            <p:cNvPr id="7" name="Прямокутник 6">
              <a:extLst>
                <a:ext uri="{FF2B5EF4-FFF2-40B4-BE49-F238E27FC236}">
                  <a16:creationId xmlns:a16="http://schemas.microsoft.com/office/drawing/2014/main" id="{4025EAA7-88C4-4BDC-B70A-A7DDA171A2F4}"/>
                </a:ext>
              </a:extLst>
            </p:cNvPr>
            <p:cNvSpPr/>
            <p:nvPr/>
          </p:nvSpPr>
          <p:spPr>
            <a:xfrm>
              <a:off x="3268800" y="1887600"/>
              <a:ext cx="950400" cy="42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>
                <a:noFill/>
              </a:endParaRPr>
            </a:p>
          </p:txBody>
        </p:sp>
        <p:sp>
          <p:nvSpPr>
            <p:cNvPr id="8" name="Прямокутник 7">
              <a:extLst>
                <a:ext uri="{FF2B5EF4-FFF2-40B4-BE49-F238E27FC236}">
                  <a16:creationId xmlns:a16="http://schemas.microsoft.com/office/drawing/2014/main" id="{528D4D2C-41A9-49F7-953E-2B8C7A95BC65}"/>
                </a:ext>
              </a:extLst>
            </p:cNvPr>
            <p:cNvSpPr/>
            <p:nvPr/>
          </p:nvSpPr>
          <p:spPr>
            <a:xfrm>
              <a:off x="3268800" y="3295685"/>
              <a:ext cx="561600" cy="1675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>
                <a:noFill/>
              </a:endParaRPr>
            </a:p>
          </p:txBody>
        </p:sp>
        <p:sp>
          <p:nvSpPr>
            <p:cNvPr id="9" name="Прямокутник 8">
              <a:extLst>
                <a:ext uri="{FF2B5EF4-FFF2-40B4-BE49-F238E27FC236}">
                  <a16:creationId xmlns:a16="http://schemas.microsoft.com/office/drawing/2014/main" id="{2E94F453-D215-4152-AC6D-AD44F2C8F584}"/>
                </a:ext>
              </a:extLst>
            </p:cNvPr>
            <p:cNvSpPr/>
            <p:nvPr/>
          </p:nvSpPr>
          <p:spPr>
            <a:xfrm>
              <a:off x="3254400" y="3870696"/>
              <a:ext cx="662400" cy="1675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33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BB167BA-C039-4496-9897-F82020715128}"/>
              </a:ext>
            </a:extLst>
          </p:cNvPr>
          <p:cNvSpPr txBox="1">
            <a:spLocks/>
          </p:cNvSpPr>
          <p:nvPr/>
        </p:nvSpPr>
        <p:spPr>
          <a:xfrm flipH="1">
            <a:off x="3142562" y="0"/>
            <a:ext cx="2858876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variables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A03CC8A0-B95B-420F-8376-42B4616C6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800" y="559452"/>
            <a:ext cx="2980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Вивід значень ресурсів.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Передача </a:t>
            </a:r>
            <a:r>
              <a:rPr kumimoji="0" lang="ru-RU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модулями.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Показ при </a:t>
            </a:r>
            <a:r>
              <a:rPr kumimoji="0" lang="ru-RU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kumimoji="0" lang="ru-RU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E950E3D-9D96-4261-8826-AEB801D820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99200" y="3497170"/>
            <a:ext cx="6120765" cy="90360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552E77E-6A4D-4A3A-8C9F-8D754293F8B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541217" y="2132551"/>
            <a:ext cx="6120765" cy="112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2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4A476F-6A6B-481D-8858-FEAD82713CD9}"/>
              </a:ext>
            </a:extLst>
          </p:cNvPr>
          <p:cNvSpPr txBox="1">
            <a:spLocks/>
          </p:cNvSpPr>
          <p:nvPr/>
        </p:nvSpPr>
        <p:spPr>
          <a:xfrm flipH="1">
            <a:off x="3142562" y="0"/>
            <a:ext cx="2858876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 таке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locals</a:t>
            </a:r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E399F-95B6-4B98-AFA8-32EDAA8F6A05}"/>
              </a:ext>
            </a:extLst>
          </p:cNvPr>
          <p:cNvSpPr txBox="1"/>
          <p:nvPr/>
        </p:nvSpPr>
        <p:spPr>
          <a:xfrm>
            <a:off x="622800" y="559452"/>
            <a:ext cx="356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Локальні обчислення, не передаються.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E6F412-7E43-45B1-BCB0-126376738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00" y="1118904"/>
            <a:ext cx="3229426" cy="105742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31DFF01-175D-4FA3-ABA3-573534C1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853" y="2395131"/>
            <a:ext cx="5631347" cy="247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85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C30531-796E-40A5-8950-9ECE01D40746}"/>
              </a:ext>
            </a:extLst>
          </p:cNvPr>
          <p:cNvSpPr txBox="1">
            <a:spLocks/>
          </p:cNvSpPr>
          <p:nvPr/>
        </p:nvSpPr>
        <p:spPr>
          <a:xfrm flipH="1">
            <a:off x="238322" y="54491"/>
            <a:ext cx="2955838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 таке модулі?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467CE-72E5-477A-B0CA-3B0B6457C2F3}"/>
              </a:ext>
            </a:extLst>
          </p:cNvPr>
          <p:cNvSpPr txBox="1"/>
          <p:nvPr/>
        </p:nvSpPr>
        <p:spPr>
          <a:xfrm>
            <a:off x="58322" y="630286"/>
            <a:ext cx="3277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Багаторазові блоки коду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Організація складних конф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ігурацій</a:t>
            </a:r>
            <a:endParaRPr lang="uk-UA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8307EE5-5840-46F3-8301-2D65A6C65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742" y="174669"/>
            <a:ext cx="5353536" cy="16972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D2606B-B329-488D-9D7B-420EA42EE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1960462"/>
            <a:ext cx="6590517" cy="293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347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C30531-796E-40A5-8950-9ECE01D40746}"/>
              </a:ext>
            </a:extLst>
          </p:cNvPr>
          <p:cNvSpPr txBox="1">
            <a:spLocks/>
          </p:cNvSpPr>
          <p:nvPr/>
        </p:nvSpPr>
        <p:spPr>
          <a:xfrm flipH="1">
            <a:off x="238322" y="54491"/>
            <a:ext cx="2955838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 таке модулі?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467CE-72E5-477A-B0CA-3B0B6457C2F3}"/>
              </a:ext>
            </a:extLst>
          </p:cNvPr>
          <p:cNvSpPr txBox="1"/>
          <p:nvPr/>
        </p:nvSpPr>
        <p:spPr>
          <a:xfrm>
            <a:off x="58322" y="630286"/>
            <a:ext cx="3277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Багаторазові блоки коду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Організація складних конф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ігурацій</a:t>
            </a:r>
            <a:endParaRPr lang="uk-UA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80BEE1-6C8D-47FE-B281-779F23B6C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076" y="334217"/>
            <a:ext cx="3770924" cy="23635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FDD52B-8F28-458D-AFAB-268BD1ADC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2" y="1857600"/>
            <a:ext cx="4886727" cy="306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13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9E718-8142-4676-A3CE-590A4869CF54}"/>
              </a:ext>
            </a:extLst>
          </p:cNvPr>
          <p:cNvSpPr txBox="1">
            <a:spLocks/>
          </p:cNvSpPr>
          <p:nvPr/>
        </p:nvSpPr>
        <p:spPr>
          <a:xfrm flipH="1">
            <a:off x="238322" y="40091"/>
            <a:ext cx="2955838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Типи модулів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AB4FB-328D-4523-B908-40B3C9D1D8C6}"/>
              </a:ext>
            </a:extLst>
          </p:cNvPr>
          <p:cNvSpPr txBox="1"/>
          <p:nvPr/>
        </p:nvSpPr>
        <p:spPr>
          <a:xfrm>
            <a:off x="238322" y="698400"/>
            <a:ext cx="1338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Кореневий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Дочірній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Локальний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705289-BB62-4EA5-98CE-3991D95FC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3600"/>
            <a:ext cx="3713977" cy="30339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DD5561-EBDD-4BBB-AE72-8CEB62E8D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43" y="1620000"/>
            <a:ext cx="3799401" cy="312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31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C3D67-542D-4877-938C-778BD0BAF161}"/>
              </a:ext>
            </a:extLst>
          </p:cNvPr>
          <p:cNvSpPr txBox="1">
            <a:spLocks/>
          </p:cNvSpPr>
          <p:nvPr/>
        </p:nvSpPr>
        <p:spPr>
          <a:xfrm flipH="1">
            <a:off x="238322" y="40091"/>
            <a:ext cx="5507278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Переваги використання модулів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63CCA-698D-450F-8AAD-16E924E4E28F}"/>
              </a:ext>
            </a:extLst>
          </p:cNvPr>
          <p:cNvSpPr txBox="1"/>
          <p:nvPr/>
        </p:nvSpPr>
        <p:spPr>
          <a:xfrm>
            <a:off x="389161" y="757190"/>
            <a:ext cx="2602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Повторне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Покращена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Скорочення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дублювання</a:t>
            </a:r>
            <a:endParaRPr lang="ru-RU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BA630D-E7FF-4046-B8A6-808B47E8F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961" y="601806"/>
            <a:ext cx="5162809" cy="393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77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C16D7-44FD-45BF-8727-331E2B027332}"/>
              </a:ext>
            </a:extLst>
          </p:cNvPr>
          <p:cNvSpPr txBox="1">
            <a:spLocks/>
          </p:cNvSpPr>
          <p:nvPr/>
        </p:nvSpPr>
        <p:spPr>
          <a:xfrm flipH="1">
            <a:off x="238322" y="40091"/>
            <a:ext cx="6385678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Модулі: створення та використання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3687F7A-FD84-4CBC-B108-22692380B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22" y="661098"/>
            <a:ext cx="9180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Створення: </a:t>
            </a:r>
            <a:r>
              <a:rPr lang="uk-UA" altLang="uk-UA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апка модуля, файли: main.tf, variables.tf, outputs.tf.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Вхідні змінні: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{}, передача параметрів.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Вихідні змінні: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vpc_id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{}, вивід даних.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Виклик: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{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"./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}, передача змінних.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F6FB94-235F-456F-BA50-05BE24E4C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770" y="1799871"/>
            <a:ext cx="5266460" cy="316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1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CE4A86-8BB5-43E4-8DB5-EDE51149B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967" y="499364"/>
            <a:ext cx="6354633" cy="4543336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AD5CE29-77C2-48CF-A41E-A3C783E98A94}"/>
              </a:ext>
            </a:extLst>
          </p:cNvPr>
          <p:cNvSpPr txBox="1">
            <a:spLocks/>
          </p:cNvSpPr>
          <p:nvPr/>
        </p:nvSpPr>
        <p:spPr>
          <a:xfrm flipH="1">
            <a:off x="0" y="0"/>
            <a:ext cx="6385678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Виклик модуля</a:t>
            </a:r>
          </a:p>
        </p:txBody>
      </p:sp>
    </p:spTree>
    <p:extLst>
      <p:ext uri="{BB962C8B-B14F-4D97-AF65-F5344CB8AC3E}">
        <p14:creationId xmlns:p14="http://schemas.microsoft.com/office/powerpoint/2010/main" val="1185062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5F4CB-C318-4997-92F6-F67AA24DFA68}"/>
              </a:ext>
            </a:extLst>
          </p:cNvPr>
          <p:cNvSpPr txBox="1">
            <a:spLocks/>
          </p:cNvSpPr>
          <p:nvPr/>
        </p:nvSpPr>
        <p:spPr>
          <a:xfrm flipH="1">
            <a:off x="0" y="0"/>
            <a:ext cx="3657600" cy="30777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Приклад: модуль для мережі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FDBF6-B521-4BCA-A68C-0C35966D6668}"/>
              </a:ext>
            </a:extLst>
          </p:cNvPr>
          <p:cNvSpPr txBox="1"/>
          <p:nvPr/>
        </p:nvSpPr>
        <p:spPr>
          <a:xfrm>
            <a:off x="72000" y="559452"/>
            <a:ext cx="27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директорії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3A6A541-DA83-4867-A8F3-E101916DF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82" y="990379"/>
            <a:ext cx="2762636" cy="15813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F55C6D-7FA4-422C-8DF1-A4DCA5F92DE0}"/>
              </a:ext>
            </a:extLst>
          </p:cNvPr>
          <p:cNvSpPr txBox="1"/>
          <p:nvPr/>
        </p:nvSpPr>
        <p:spPr>
          <a:xfrm>
            <a:off x="5358000" y="581592"/>
            <a:ext cx="27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Створення мережі: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201CD54-14A1-4915-B641-45464EDE7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989" y="991607"/>
            <a:ext cx="4930411" cy="25100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2E5139-6695-450E-8DEA-5EE27F2B3227}"/>
              </a:ext>
            </a:extLst>
          </p:cNvPr>
          <p:cNvSpPr txBox="1"/>
          <p:nvPr/>
        </p:nvSpPr>
        <p:spPr>
          <a:xfrm>
            <a:off x="5407094" y="3583184"/>
            <a:ext cx="1852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 ресурси VPC</a:t>
            </a:r>
          </a:p>
        </p:txBody>
      </p:sp>
    </p:spTree>
    <p:extLst>
      <p:ext uri="{BB962C8B-B14F-4D97-AF65-F5344CB8AC3E}">
        <p14:creationId xmlns:p14="http://schemas.microsoft.com/office/powerpoint/2010/main" val="864085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5F4CB-C318-4997-92F6-F67AA24DFA68}"/>
              </a:ext>
            </a:extLst>
          </p:cNvPr>
          <p:cNvSpPr txBox="1">
            <a:spLocks/>
          </p:cNvSpPr>
          <p:nvPr/>
        </p:nvSpPr>
        <p:spPr>
          <a:xfrm flipH="1">
            <a:off x="0" y="0"/>
            <a:ext cx="3657600" cy="30777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Приклад: модуль для мережі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55C6D-7FA4-422C-8DF1-A4DCA5F92DE0}"/>
              </a:ext>
            </a:extLst>
          </p:cNvPr>
          <p:cNvSpPr txBox="1"/>
          <p:nvPr/>
        </p:nvSpPr>
        <p:spPr>
          <a:xfrm>
            <a:off x="0" y="581592"/>
            <a:ext cx="27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Вхідні змінні: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variables.tf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683D3A-0A7E-47B6-96A1-8559AEE2A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232" y="460800"/>
            <a:ext cx="4512900" cy="447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70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5F4CB-C318-4997-92F6-F67AA24DFA68}"/>
              </a:ext>
            </a:extLst>
          </p:cNvPr>
          <p:cNvSpPr txBox="1">
            <a:spLocks/>
          </p:cNvSpPr>
          <p:nvPr/>
        </p:nvSpPr>
        <p:spPr>
          <a:xfrm flipH="1">
            <a:off x="0" y="0"/>
            <a:ext cx="3657600" cy="30777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Приклад: модуль для мережі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55C6D-7FA4-422C-8DF1-A4DCA5F92DE0}"/>
              </a:ext>
            </a:extLst>
          </p:cNvPr>
          <p:cNvSpPr txBox="1"/>
          <p:nvPr/>
        </p:nvSpPr>
        <p:spPr>
          <a:xfrm>
            <a:off x="0" y="581592"/>
            <a:ext cx="27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Вихідні значення: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outputs.tf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44A0DC-E127-42D9-A17F-A7DBD3543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8" y="966829"/>
            <a:ext cx="8373644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50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5F4CB-C318-4997-92F6-F67AA24DFA68}"/>
              </a:ext>
            </a:extLst>
          </p:cNvPr>
          <p:cNvSpPr txBox="1">
            <a:spLocks/>
          </p:cNvSpPr>
          <p:nvPr/>
        </p:nvSpPr>
        <p:spPr>
          <a:xfrm flipH="1">
            <a:off x="0" y="0"/>
            <a:ext cx="3657600" cy="30777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Приклад: модуль для мережі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55C6D-7FA4-422C-8DF1-A4DCA5F92DE0}"/>
              </a:ext>
            </a:extLst>
          </p:cNvPr>
          <p:cNvSpPr txBox="1"/>
          <p:nvPr/>
        </p:nvSpPr>
        <p:spPr>
          <a:xfrm>
            <a:off x="0" y="581592"/>
            <a:ext cx="27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Використання модуля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BE20351-C5E2-4302-B1CA-410058400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226" y="1036800"/>
            <a:ext cx="5733002" cy="372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4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5F4CB-C318-4997-92F6-F67AA24DFA68}"/>
              </a:ext>
            </a:extLst>
          </p:cNvPr>
          <p:cNvSpPr txBox="1">
            <a:spLocks/>
          </p:cNvSpPr>
          <p:nvPr/>
        </p:nvSpPr>
        <p:spPr>
          <a:xfrm flipH="1">
            <a:off x="0" y="0"/>
            <a:ext cx="3657600" cy="30777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Приклад: модуль для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VM</a:t>
            </a:r>
          </a:p>
          <a:p>
            <a:endParaRPr lang="uk-UA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55C6D-7FA4-422C-8DF1-A4DCA5F92DE0}"/>
              </a:ext>
            </a:extLst>
          </p:cNvPr>
          <p:cNvSpPr txBox="1"/>
          <p:nvPr/>
        </p:nvSpPr>
        <p:spPr>
          <a:xfrm>
            <a:off x="0" y="581592"/>
            <a:ext cx="27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main.tf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C50F9B-2AC3-42C2-891E-19F89CAB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540" y="581592"/>
            <a:ext cx="4366460" cy="415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74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5F4CB-C318-4997-92F6-F67AA24DFA68}"/>
              </a:ext>
            </a:extLst>
          </p:cNvPr>
          <p:cNvSpPr txBox="1">
            <a:spLocks/>
          </p:cNvSpPr>
          <p:nvPr/>
        </p:nvSpPr>
        <p:spPr>
          <a:xfrm flipH="1">
            <a:off x="0" y="0"/>
            <a:ext cx="3657600" cy="30777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Приклад: модуль для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VM</a:t>
            </a:r>
          </a:p>
          <a:p>
            <a:endParaRPr lang="uk-UA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55C6D-7FA4-422C-8DF1-A4DCA5F92DE0}"/>
              </a:ext>
            </a:extLst>
          </p:cNvPr>
          <p:cNvSpPr txBox="1"/>
          <p:nvPr/>
        </p:nvSpPr>
        <p:spPr>
          <a:xfrm>
            <a:off x="0" y="581592"/>
            <a:ext cx="27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variables.tf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74FBDF-6665-4E80-8D15-A2B235E50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203" y="0"/>
            <a:ext cx="428239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76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5F4CB-C318-4997-92F6-F67AA24DFA68}"/>
              </a:ext>
            </a:extLst>
          </p:cNvPr>
          <p:cNvSpPr txBox="1">
            <a:spLocks/>
          </p:cNvSpPr>
          <p:nvPr/>
        </p:nvSpPr>
        <p:spPr>
          <a:xfrm flipH="1">
            <a:off x="0" y="0"/>
            <a:ext cx="3657600" cy="30777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Приклад: модуль для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VM</a:t>
            </a:r>
          </a:p>
          <a:p>
            <a:endParaRPr lang="uk-UA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55C6D-7FA4-422C-8DF1-A4DCA5F92DE0}"/>
              </a:ext>
            </a:extLst>
          </p:cNvPr>
          <p:cNvSpPr txBox="1"/>
          <p:nvPr/>
        </p:nvSpPr>
        <p:spPr>
          <a:xfrm>
            <a:off x="0" y="581592"/>
            <a:ext cx="27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outputs.tf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A96F0E-C1F7-477F-A503-659AE754A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1691"/>
            <a:ext cx="9144000" cy="276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68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5F4CB-C318-4997-92F6-F67AA24DFA68}"/>
              </a:ext>
            </a:extLst>
          </p:cNvPr>
          <p:cNvSpPr txBox="1">
            <a:spLocks/>
          </p:cNvSpPr>
          <p:nvPr/>
        </p:nvSpPr>
        <p:spPr>
          <a:xfrm flipH="1">
            <a:off x="0" y="0"/>
            <a:ext cx="3657600" cy="30777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Приклад: модуль для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VM</a:t>
            </a:r>
          </a:p>
          <a:p>
            <a:endParaRPr lang="uk-UA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55C6D-7FA4-422C-8DF1-A4DCA5F92DE0}"/>
              </a:ext>
            </a:extLst>
          </p:cNvPr>
          <p:cNvSpPr txBox="1"/>
          <p:nvPr/>
        </p:nvSpPr>
        <p:spPr>
          <a:xfrm>
            <a:off x="0" y="595845"/>
            <a:ext cx="27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 модулю: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768560-8BC0-44EE-B792-2882289C1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26" y="1552432"/>
            <a:ext cx="7687748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18545"/>
      </p:ext>
    </p:extLst>
  </p:cSld>
  <p:clrMapOvr>
    <a:masterClrMapping/>
  </p:clrMapOvr>
</p:sld>
</file>

<file path=ppt/theme/theme1.xml><?xml version="1.0" encoding="utf-8"?>
<a:theme xmlns:a="http://schemas.openxmlformats.org/drawingml/2006/main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14415</TotalTime>
  <Words>321</Words>
  <Application>Microsoft Macintosh PowerPoint</Application>
  <PresentationFormat>On-screen Show (16:9)</PresentationFormat>
  <Paragraphs>73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Squada One</vt:lpstr>
      <vt:lpstr>Arial</vt:lpstr>
      <vt:lpstr>Times New Roman</vt:lpstr>
      <vt:lpstr>Roboto Condensed</vt:lpstr>
      <vt:lpstr>Roboto Condensed Light</vt:lpstr>
      <vt:lpstr>Tech Startup XL by Slidesgo</vt:lpstr>
      <vt:lpstr>Terraform: Модулі</vt:lpstr>
      <vt:lpstr>Terraform: Модулі</vt:lpstr>
      <vt:lpstr>Змінні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Настя Чуйкова</dc:creator>
  <cp:lastModifiedBy>Nazar Pleskanka</cp:lastModifiedBy>
  <cp:revision>61</cp:revision>
  <dcterms:modified xsi:type="dcterms:W3CDTF">2025-10-19T18:41:27Z</dcterms:modified>
</cp:coreProperties>
</file>