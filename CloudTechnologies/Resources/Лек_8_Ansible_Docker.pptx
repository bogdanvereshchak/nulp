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3" r:id="rId2"/>
    <p:sldId id="259" r:id="rId3"/>
    <p:sldId id="287" r:id="rId4"/>
    <p:sldId id="288" r:id="rId5"/>
    <p:sldId id="291" r:id="rId6"/>
    <p:sldId id="290" r:id="rId7"/>
    <p:sldId id="292" r:id="rId8"/>
    <p:sldId id="293" r:id="rId9"/>
    <p:sldId id="284" r:id="rId10"/>
    <p:sldId id="285" r:id="rId11"/>
    <p:sldId id="286" r:id="rId12"/>
    <p:sldId id="294" r:id="rId13"/>
    <p:sldId id="296" r:id="rId14"/>
    <p:sldId id="289" r:id="rId15"/>
    <p:sldId id="295" r:id="rId16"/>
    <p:sldId id="297" r:id="rId17"/>
    <p:sldId id="298" r:id="rId18"/>
  </p:sldIdLst>
  <p:sldSz cx="12192000" cy="6858000"/>
  <p:notesSz cx="6858000" cy="9144000"/>
  <p:defaultTextStyle>
    <a:defPPr rtl="0"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промовчанням" id="{32F47ED6-EBAB-4208-8BF1-A65A5466A4F8}">
          <p14:sldIdLst>
            <p14:sldId id="263"/>
            <p14:sldId id="259"/>
            <p14:sldId id="287"/>
            <p14:sldId id="288"/>
            <p14:sldId id="291"/>
            <p14:sldId id="290"/>
            <p14:sldId id="292"/>
            <p14:sldId id="293"/>
          </p14:sldIdLst>
        </p14:section>
        <p14:section name="Розділ без заголовка" id="{D6C489FE-D46D-4E36-BB60-BCEED348840A}">
          <p14:sldIdLst>
            <p14:sldId id="284"/>
            <p14:sldId id="285"/>
            <p14:sldId id="286"/>
            <p14:sldId id="294"/>
            <p14:sldId id="296"/>
            <p14:sldId id="289"/>
            <p14:sldId id="295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704" autoAdjust="0"/>
  </p:normalViewPr>
  <p:slideViewPr>
    <p:cSldViewPr snapToGrid="0">
      <p:cViewPr varScale="1">
        <p:scale>
          <a:sx n="124" d="100"/>
          <a:sy n="124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custSel modSld modMainMaster modNotesMaster modHandout">
      <pc:chgData name="Fake Test User" userId="SID-0" providerId="Test" clId="FakeClientId" dt="2019-02-02T02:15:52.729" v="31" actId="790"/>
      <pc:docMkLst>
        <pc:docMk/>
      </pc:docMkLst>
      <pc:sldChg chg="modSp modNotes">
        <pc:chgData name="Fake Test User" userId="SID-0" providerId="Test" clId="FakeClientId" dt="2019-02-02T02:15:21.965" v="28" actId="790"/>
        <pc:sldMkLst>
          <pc:docMk/>
          <pc:sldMk cId="2120883542" sldId="259"/>
        </pc:sldMkLst>
        <pc:spChg chg="mod">
          <ac:chgData name="Fake Test User" userId="SID-0" providerId="Test" clId="FakeClientId" dt="2019-02-02T01:44:58.109" v="2" actId="27636"/>
          <ac:spMkLst>
            <pc:docMk/>
            <pc:sldMk cId="2120883542" sldId="259"/>
            <ac:spMk id="13" creationId="{00000000-0000-0000-0000-000000000000}"/>
          </ac:spMkLst>
        </pc:spChg>
        <pc:spChg chg="mod">
          <ac:chgData name="Fake Test User" userId="SID-0" providerId="Test" clId="FakeClientId" dt="2019-02-02T01:44:58" v="1" actId="790"/>
          <ac:spMkLst>
            <pc:docMk/>
            <pc:sldMk cId="2120883542" sldId="259"/>
            <ac:spMk id="14" creationId="{00000000-0000-0000-0000-000000000000}"/>
          </ac:spMkLst>
        </pc:spChg>
      </pc:sldChg>
      <pc:sldChg chg="modSp mod modNotes">
        <pc:chgData name="Fake Test User" userId="SID-0" providerId="Test" clId="FakeClientId" dt="2019-02-02T02:15:28.840" v="29" actId="790"/>
        <pc:sldMkLst>
          <pc:docMk/>
          <pc:sldMk cId="1673355267" sldId="260"/>
        </pc:sldMkLst>
        <pc:spChg chg="mod">
          <ac:chgData name="Fake Test User" userId="SID-0" providerId="Test" clId="FakeClientId" dt="2019-02-02T01:45:31.231" v="7" actId="27636"/>
          <ac:spMkLst>
            <pc:docMk/>
            <pc:sldMk cId="1673355267" sldId="260"/>
            <ac:spMk id="2" creationId="{00000000-0000-0000-0000-000000000000}"/>
          </ac:spMkLst>
        </pc:spChg>
        <pc:graphicFrameChg chg="mod">
          <ac:chgData name="Fake Test User" userId="SID-0" providerId="Test" clId="FakeClientId" dt="2019-02-02T01:45:31.231" v="7" actId="27636"/>
          <ac:graphicFrameMkLst>
            <pc:docMk/>
            <pc:sldMk cId="1673355267" sldId="260"/>
            <ac:graphicFrameMk id="10" creationId="{00000000-0000-0000-0000-000000000000}"/>
          </ac:graphicFrameMkLst>
        </pc:graphicFrameChg>
      </pc:sldChg>
      <pc:sldChg chg="modSp modNotes">
        <pc:chgData name="Fake Test User" userId="SID-0" providerId="Test" clId="FakeClientId" dt="2019-02-02T02:15:35.089" v="30" actId="790"/>
        <pc:sldMkLst>
          <pc:docMk/>
          <pc:sldMk cId="3291707652" sldId="261"/>
        </pc:sldMkLst>
        <pc:spChg chg="mod">
          <ac:chgData name="Fake Test User" userId="SID-0" providerId="Test" clId="FakeClientId" dt="2019-02-02T01:45:56.246" v="8" actId="790"/>
          <ac:spMkLst>
            <pc:docMk/>
            <pc:sldMk cId="3291707652" sldId="261"/>
            <ac:spMk id="2" creationId="{00000000-0000-0000-0000-000000000000}"/>
          </ac:spMkLst>
        </pc:spChg>
        <pc:spChg chg="mod">
          <ac:chgData name="Fake Test User" userId="SID-0" providerId="Test" clId="FakeClientId" dt="2019-02-02T01:45:56.246" v="8" actId="790"/>
          <ac:spMkLst>
            <pc:docMk/>
            <pc:sldMk cId="3291707652" sldId="261"/>
            <ac:spMk id="5" creationId="{00000000-0000-0000-0000-000000000000}"/>
          </ac:spMkLst>
        </pc:spChg>
        <pc:graphicFrameChg chg="modGraphic">
          <ac:chgData name="Fake Test User" userId="SID-0" providerId="Test" clId="FakeClientId" dt="2019-02-02T01:46:16.056" v="10" actId="790"/>
          <ac:graphicFrameMkLst>
            <pc:docMk/>
            <pc:sldMk cId="3291707652" sldId="261"/>
            <ac:graphicFrameMk id="9" creationId="{00000000-0000-0000-0000-000000000000}"/>
          </ac:graphicFrameMkLst>
        </pc:graphicFrameChg>
      </pc:sldChg>
      <pc:sldChg chg="modNotes">
        <pc:chgData name="Fake Test User" userId="SID-0" providerId="Test" clId="FakeClientId" dt="2019-02-02T02:15:52.729" v="31" actId="790"/>
        <pc:sldMkLst>
          <pc:docMk/>
          <pc:sldMk cId="72188550" sldId="262"/>
        </pc:sldMkLst>
      </pc:sldChg>
      <pc:sldChg chg="modSp modNotes">
        <pc:chgData name="Fake Test User" userId="SID-0" providerId="Test" clId="FakeClientId" dt="2019-02-02T02:15:14.684" v="27" actId="790"/>
        <pc:sldMkLst>
          <pc:docMk/>
          <pc:sldMk cId="4272805816" sldId="263"/>
        </pc:sldMkLst>
        <pc:spChg chg="mod">
          <ac:chgData name="Fake Test User" userId="SID-0" providerId="Test" clId="FakeClientId" dt="2019-02-02T01:43:49.957" v="0" actId="790"/>
          <ac:spMkLst>
            <pc:docMk/>
            <pc:sldMk cId="4272805816" sldId="263"/>
            <ac:spMk id="9" creationId="{00000000-0000-0000-0000-000000000000}"/>
          </ac:spMkLst>
        </pc:spChg>
        <pc:spChg chg="mod">
          <ac:chgData name="Fake Test User" userId="SID-0" providerId="Test" clId="FakeClientId" dt="2019-02-02T01:43:49.957" v="0" actId="790"/>
          <ac:spMkLst>
            <pc:docMk/>
            <pc:sldMk cId="4272805816" sldId="263"/>
            <ac:spMk id="10" creationId="{00000000-0000-0000-0000-000000000000}"/>
          </ac:spMkLst>
        </pc:spChg>
      </pc:sldChg>
      <pc:sldMasterChg chg="modSldLayout">
        <pc:chgData name="Fake Test User" userId="SID-0" providerId="Test" clId="FakeClientId" dt="2019-02-02T02:13:16.756" v="23" actId="790"/>
        <pc:sldMasterMkLst>
          <pc:docMk/>
          <pc:sldMasterMk cId="2418306645" sldId="2147483660"/>
        </pc:sldMasterMkLst>
        <pc:sldLayoutChg chg="modSp">
          <pc:chgData name="Fake Test User" userId="SID-0" providerId="Test" clId="FakeClientId" dt="2019-02-02T01:49:58.400" v="11" actId="790"/>
          <pc:sldLayoutMkLst>
            <pc:docMk/>
            <pc:sldMasterMk cId="2418306645" sldId="2147483660"/>
            <pc:sldLayoutMk cId="2387230882" sldId="2147483662"/>
          </pc:sldLayoutMkLst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0:06.494" v="12" actId="790"/>
          <pc:sldLayoutMkLst>
            <pc:docMk/>
            <pc:sldMasterMk cId="2418306645" sldId="2147483660"/>
            <pc:sldLayoutMk cId="3112303157" sldId="2147483663"/>
          </pc:sldLayoutMkLst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08.495" v="14" actId="790"/>
          <pc:sldLayoutMkLst>
            <pc:docMk/>
            <pc:sldMasterMk cId="2418306645" sldId="2147483660"/>
            <pc:sldLayoutMk cId="3578019991" sldId="2147483664"/>
          </pc:sldLayoutMkLst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35.306" v="16" actId="790"/>
          <pc:sldLayoutMkLst>
            <pc:docMk/>
            <pc:sldMasterMk cId="2418306645" sldId="2147483660"/>
            <pc:sldLayoutMk cId="941831192" sldId="2147483665"/>
          </pc:sldLayoutMkLst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5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0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1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2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49.555" v="17" actId="790"/>
          <pc:sldLayoutMkLst>
            <pc:docMk/>
            <pc:sldMasterMk cId="2418306645" sldId="2147483660"/>
            <pc:sldLayoutMk cId="3382545829" sldId="2147483666"/>
          </pc:sldLayoutMkLst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8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05.182" v="19" actId="790"/>
          <pc:sldLayoutMkLst>
            <pc:docMk/>
            <pc:sldMasterMk cId="2418306645" sldId="2147483660"/>
            <pc:sldLayoutMk cId="797648398" sldId="2147483667"/>
          </pc:sldLayoutMkLst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5" creationId="{00000000-0000-0000-0000-000000000000}"/>
            </ac:spMkLst>
          </pc:spChg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26.087" v="20" actId="790"/>
          <pc:sldLayoutMkLst>
            <pc:docMk/>
            <pc:sldMasterMk cId="2418306645" sldId="2147483660"/>
            <pc:sldLayoutMk cId="1664369684" sldId="2147483668"/>
          </pc:sldLayoutMkLst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45.085" v="21" actId="790"/>
          <pc:sldLayoutMkLst>
            <pc:docMk/>
            <pc:sldMasterMk cId="2418306645" sldId="2147483660"/>
            <pc:sldLayoutMk cId="3953468857" sldId="2147483669"/>
          </pc:sldLayoutMkLst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58.835" v="22" actId="790"/>
          <pc:sldLayoutMkLst>
            <pc:docMk/>
            <pc:sldMasterMk cId="2418306645" sldId="2147483660"/>
            <pc:sldLayoutMk cId="4006949616" sldId="2147483670"/>
          </pc:sldLayoutMkLst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3:16.756" v="23" actId="790"/>
          <pc:sldLayoutMkLst>
            <pc:docMk/>
            <pc:sldMasterMk cId="2418306645" sldId="2147483660"/>
            <pc:sldLayoutMk cId="1676023556" sldId="2147483671"/>
          </pc:sldLayoutMkLst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9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F71AF1-BFF6-4CB8-A9A9-BB035F965074}" type="datetime1">
              <a:rPr lang="uk-UA" smtClean="0"/>
              <a:t>17.11.25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F910782-FDC2-4F7C-A018-7A502E5089C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483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59F760-76B7-4CBB-856D-8F0D61B07A8A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uk-UA" noProof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936D52-512B-47DE-BC94-6C88A56CE986}" type="slidenum">
              <a:rPr lang="uk-UA" noProof="0" smtClean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3409969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C936D52-512B-47DE-BC94-6C88A56CE986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3922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6585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063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5863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261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5488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71042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9662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70838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7813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725802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7075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31956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89294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8657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91556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9465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а 15"/>
          <p:cNvGrpSpPr/>
          <p:nvPr userDrawn="1"/>
        </p:nvGrpSpPr>
        <p:grpSpPr bwMode="ltGray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Прямокутник 13"/>
            <p:cNvSpPr/>
            <p:nvPr/>
          </p:nvSpPr>
          <p:spPr bwMode="ltGray"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uk-UA" noProof="0" dirty="0"/>
            </a:p>
          </p:txBody>
        </p:sp>
        <p:sp>
          <p:nvSpPr>
            <p:cNvPr id="8" name="Овал 2"/>
            <p:cNvSpPr>
              <a:spLocks noChangeArrowheads="1"/>
            </p:cNvSpPr>
            <p:nvPr/>
          </p:nvSpPr>
          <p:spPr bwMode="ltGray">
            <a:xfrm flipH="1">
              <a:off x="9045819" y="16002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9" name="Овал 3"/>
            <p:cNvSpPr>
              <a:spLocks noChangeArrowheads="1"/>
            </p:cNvSpPr>
            <p:nvPr/>
          </p:nvSpPr>
          <p:spPr bwMode="ltGray">
            <a:xfrm flipH="1">
              <a:off x="7255119" y="16002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0" name="Овал 4"/>
            <p:cNvSpPr>
              <a:spLocks noChangeArrowheads="1"/>
            </p:cNvSpPr>
            <p:nvPr/>
          </p:nvSpPr>
          <p:spPr bwMode="ltGray">
            <a:xfrm flipH="1">
              <a:off x="5464419" y="1600200"/>
              <a:ext cx="1524000" cy="1524000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1" name="Овал 5"/>
            <p:cNvSpPr>
              <a:spLocks noChangeArrowheads="1"/>
            </p:cNvSpPr>
            <p:nvPr/>
          </p:nvSpPr>
          <p:spPr bwMode="ltGray">
            <a:xfrm flipH="1">
              <a:off x="5464419" y="32766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2" name="Овал 6"/>
            <p:cNvSpPr>
              <a:spLocks noChangeArrowheads="1"/>
            </p:cNvSpPr>
            <p:nvPr/>
          </p:nvSpPr>
          <p:spPr bwMode="ltGray">
            <a:xfrm flipH="1">
              <a:off x="3732457" y="32766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3" name="Овал 7"/>
            <p:cNvSpPr>
              <a:spLocks noChangeArrowheads="1"/>
            </p:cNvSpPr>
            <p:nvPr/>
          </p:nvSpPr>
          <p:spPr bwMode="ltGray">
            <a:xfrm flipH="1">
              <a:off x="9045819" y="3276600"/>
              <a:ext cx="1524000" cy="1524000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l">
              <a:defRPr sz="6000"/>
            </a:lvl1pPr>
          </a:lstStyle>
          <a:p>
            <a:pPr rtl="0"/>
            <a:r>
              <a:rPr lang="uk-UA" noProof="0"/>
              <a:t>Зразок заголовка</a:t>
            </a:r>
            <a:endParaRPr lang="uk-UA" noProof="0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 b="1" i="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uk-UA" noProof="0"/>
              <a:t>Зразок підзаголовка</a:t>
            </a:r>
            <a:endParaRPr lang="uk-UA" noProof="0" dirty="0"/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62C269-D084-4370-B4B0-7C3E8820E28B}" type="datetime1">
              <a:rPr lang="uk-UA" noProof="0" smtClean="0"/>
              <a:t>17.11.25</a:t>
            </a:fld>
            <a:endParaRPr lang="uk-UA" noProof="0" dirty="0"/>
          </a:p>
        </p:txBody>
      </p:sp>
      <p:sp>
        <p:nvSpPr>
          <p:cNvPr id="29" name="Заповнювач для нижнього колонтитула 2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 dirty="0"/>
              <a:t>Додайте нижній колонтитул</a:t>
            </a:r>
          </a:p>
        </p:txBody>
      </p:sp>
      <p:sp>
        <p:nvSpPr>
          <p:cNvPr id="30" name="Заповнювач для номера слайда 2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419750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A9CF2D1-7D48-4340-990C-36E233E06D2F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8" name="Заповнювач для нижнього колонтитула 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238723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62262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66ED3F-1686-46CB-8995-B9D1E7F0D8B8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11230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елементи вміс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18079F-4C55-45F4-A7AE-2247E70E2AF0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5780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274638"/>
            <a:ext cx="10515600" cy="1143000"/>
          </a:xfrm>
        </p:spPr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831850" y="1489075"/>
            <a:ext cx="5156200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831850" y="2193925"/>
            <a:ext cx="515620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 hasCustomPrompt="1"/>
          </p:nvPr>
        </p:nvSpPr>
        <p:spPr>
          <a:xfrm>
            <a:off x="6189663" y="1489075"/>
            <a:ext cx="5157787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 hasCustomPrompt="1"/>
          </p:nvPr>
        </p:nvSpPr>
        <p:spPr>
          <a:xfrm>
            <a:off x="6189663" y="2193925"/>
            <a:ext cx="5157787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10" name="Заповнювач для дати 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6B0831-F4C6-4BEF-9C4F-27729561C8BF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11" name="Заповнювач для нижнього колонтитула 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2" name="Заповнювач для номера слайда 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94183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6" name="Заповнювач для дати 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2D664-4F5F-4CE1-9DD4-F4911B007F8B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7" name="Заповнювач для нижнього колонтитула 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8" name="Місце для номера слайда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38254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повнювач для дати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50C221-C4A2-48F1-9BC7-1A582A35B2B6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6" name="Заповнювач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79764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338138" indent="-338138"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833521-5C7D-482C-9877-FC73F3A75E95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66436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зображення 2" descr="Пустий покажчик місця заповнення для зображення Клацніть цей покажчик і виберіть зображення, яке потрібно додати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uk-UA" noProof="0"/>
              <a:t>Клацніть піктограму, щоб додати зображення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F6CF3A-069D-480F-B7E0-44D0D3A5D8A1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9534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62EF3B-FE2B-469D-B919-DB7024896F56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400694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 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30C3FD-AA51-4EC7-8233-3F59BCA42C8A}" type="datetime1">
              <a:rPr lang="uk-UA" noProof="0" smtClean="0"/>
              <a:t>17.11.25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676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а 20"/>
          <p:cNvGrpSpPr/>
          <p:nvPr userDrawn="1"/>
        </p:nvGrpSpPr>
        <p:grpSpPr>
          <a:xfrm>
            <a:off x="1860687" y="450998"/>
            <a:ext cx="7620000" cy="1139952"/>
            <a:chOff x="1860687" y="450998"/>
            <a:chExt cx="7620000" cy="1139952"/>
          </a:xfrm>
        </p:grpSpPr>
        <p:pic>
          <p:nvPicPr>
            <p:cNvPr id="22" name="Зображення 21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60687" y="450998"/>
              <a:ext cx="7620000" cy="1139952"/>
            </a:xfrm>
            <a:prstGeom prst="rect">
              <a:avLst/>
            </a:prstGeom>
          </p:spPr>
        </p:pic>
        <p:grpSp>
          <p:nvGrpSpPr>
            <p:cNvPr id="23" name="Група 22"/>
            <p:cNvGrpSpPr/>
            <p:nvPr userDrawn="1"/>
          </p:nvGrpSpPr>
          <p:grpSpPr>
            <a:xfrm>
              <a:off x="1860687" y="450998"/>
              <a:ext cx="7615237" cy="1106488"/>
              <a:chOff x="1891518" y="519806"/>
              <a:chExt cx="7615237" cy="1106488"/>
            </a:xfrm>
          </p:grpSpPr>
          <p:sp>
            <p:nvSpPr>
              <p:cNvPr id="24" name="Овал 6"/>
              <p:cNvSpPr>
                <a:spLocks noChangeArrowheads="1"/>
              </p:cNvSpPr>
              <p:nvPr/>
            </p:nvSpPr>
            <p:spPr bwMode="hidden">
              <a:xfrm flipH="1">
                <a:off x="5688818" y="519806"/>
                <a:ext cx="1104900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5" name="Овал 7"/>
              <p:cNvSpPr>
                <a:spLocks noChangeArrowheads="1"/>
              </p:cNvSpPr>
              <p:nvPr/>
            </p:nvSpPr>
            <p:spPr bwMode="hidden">
              <a:xfrm flipH="1">
                <a:off x="8403443" y="519806"/>
                <a:ext cx="1103312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6" name="Овал 8"/>
              <p:cNvSpPr>
                <a:spLocks noChangeArrowheads="1"/>
              </p:cNvSpPr>
              <p:nvPr/>
            </p:nvSpPr>
            <p:spPr bwMode="hidden">
              <a:xfrm flipH="1">
                <a:off x="1891518" y="521394"/>
                <a:ext cx="1103312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7" name="Овал 9"/>
              <p:cNvSpPr>
                <a:spLocks noChangeArrowheads="1"/>
              </p:cNvSpPr>
              <p:nvPr/>
            </p:nvSpPr>
            <p:spPr bwMode="hidden">
              <a:xfrm flipH="1">
                <a:off x="7144555" y="519806"/>
                <a:ext cx="1103312" cy="1104900"/>
              </a:xfrm>
              <a:prstGeom prst="ellipse">
                <a:avLst/>
              </a:prstGeom>
              <a:noFill/>
              <a:ln w="28575">
                <a:solidFill>
                  <a:schemeClr val="accent1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0E0F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8" name="Овал 10"/>
              <p:cNvSpPr>
                <a:spLocks noChangeArrowheads="1"/>
              </p:cNvSpPr>
              <p:nvPr/>
            </p:nvSpPr>
            <p:spPr bwMode="hidden">
              <a:xfrm flipH="1">
                <a:off x="3178980" y="519806"/>
                <a:ext cx="1103312" cy="1104900"/>
              </a:xfrm>
              <a:prstGeom prst="ellipse">
                <a:avLst/>
              </a:prstGeom>
              <a:noFill/>
              <a:ln w="28575">
                <a:solidFill>
                  <a:schemeClr val="accent1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</p:grpSp>
      </p:grpSp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uk-UA" noProof="0" dirty="0"/>
              <a:t>Клацніть, щоб редагувати стиль зразка заголовка</a:t>
            </a:r>
          </a:p>
        </p:txBody>
      </p:sp>
      <p:sp>
        <p:nvSpPr>
          <p:cNvPr id="3" name="Заповнювач для тексту 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uk-UA" noProof="0" dirty="0"/>
              <a:t>Зразки заголовків</a:t>
            </a:r>
          </a:p>
          <a:p>
            <a:pPr lvl="1" rtl="0"/>
            <a:r>
              <a:rPr lang="uk-UA" noProof="0" dirty="0"/>
              <a:t>Другий рівень</a:t>
            </a:r>
          </a:p>
          <a:p>
            <a:pPr lvl="2" rtl="0"/>
            <a:r>
              <a:rPr lang="uk-UA" noProof="0" dirty="0"/>
              <a:t>Третій рівень</a:t>
            </a:r>
          </a:p>
          <a:p>
            <a:pPr lvl="3" rtl="0"/>
            <a:r>
              <a:rPr lang="uk-UA" noProof="0" dirty="0"/>
              <a:t>Четвертий рівень</a:t>
            </a:r>
          </a:p>
          <a:p>
            <a:pPr lvl="4" rtl="0"/>
            <a:r>
              <a:rPr lang="uk-UA" noProof="0" dirty="0"/>
              <a:t>П’ятий рівень</a:t>
            </a:r>
          </a:p>
          <a:p>
            <a:pPr lvl="8" rtl="0"/>
            <a:endParaRPr lang="uk-UA" noProof="0" dirty="0"/>
          </a:p>
        </p:txBody>
      </p:sp>
      <p:sp>
        <p:nvSpPr>
          <p:cNvPr id="31" name="Заповнювач для дати 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0FA2FB0D-317C-4778-BAFD-F0F2D74BE974}" type="datetime1">
              <a:rPr lang="uk-UA" noProof="0" smtClean="0"/>
              <a:t>17.11.25</a:t>
            </a:fld>
            <a:endParaRPr lang="uk-UA" noProof="0" dirty="0"/>
          </a:p>
        </p:txBody>
      </p:sp>
      <p:sp>
        <p:nvSpPr>
          <p:cNvPr id="32" name="Заповнювач для нижнього колонтитула 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uk-UA" noProof="0" dirty="0"/>
              <a:t>Додайте нижній колонтитул</a:t>
            </a:r>
          </a:p>
        </p:txBody>
      </p:sp>
      <p:sp>
        <p:nvSpPr>
          <p:cNvPr id="33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62155A9-2BEA-4E1A-A809-3AB570F0F126}" type="slidenum">
              <a:rPr lang="uk-UA" noProof="0" smtClean="0"/>
              <a:pPr rtl="0"/>
              <a:t>‹#›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241830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 cap="none" spc="0">
          <a:ln w="22225">
            <a:solidFill>
              <a:schemeClr val="tx2"/>
            </a:solidFill>
            <a:prstDash val="solid"/>
          </a:ln>
          <a:solidFill>
            <a:schemeClr val="tx2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87338" indent="-287338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>
            <a:lumMod val="75000"/>
          </a:schemeClr>
        </a:buClr>
        <a:buSzPct val="70000"/>
        <a:buFont typeface="Wingdings" panose="05000000000000000000" pitchFamily="2" charset="2"/>
        <a:buChar char="¤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>
            <a:lumMod val="75000"/>
          </a:schemeClr>
        </a:buClr>
        <a:buSzPct val="70000"/>
        <a:buFont typeface="Wingdings" panose="05000000000000000000" pitchFamily="2" charset="2"/>
        <a:buChar char="¤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4">
            <a:lumMod val="75000"/>
          </a:schemeClr>
        </a:buClr>
        <a:buSzPct val="70000"/>
        <a:buFont typeface="Wingdings" panose="05000000000000000000" pitchFamily="2" charset="2"/>
        <a:buChar char="¤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5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6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6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8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dirty="0" err="1"/>
              <a:t>Ansible</a:t>
            </a:r>
            <a:r>
              <a:rPr lang="en-US" dirty="0"/>
              <a:t> + </a:t>
            </a:r>
            <a:r>
              <a:rPr lang="en-US" dirty="0" err="1"/>
              <a:t>Docker</a:t>
            </a:r>
            <a:endParaRPr lang="uk-UA" dirty="0"/>
          </a:p>
        </p:txBody>
      </p:sp>
      <p:sp>
        <p:nvSpPr>
          <p:cNvPr id="10" name="Підзаголовок 9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ru-RU" dirty="0"/>
              <a:t>Курс: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ru-RU" dirty="0" err="1"/>
              <a:t>розгортання</a:t>
            </a:r>
            <a:r>
              <a:rPr lang="ru-RU" dirty="0"/>
              <a:t> </a:t>
            </a:r>
            <a:r>
              <a:rPr lang="ru-RU" dirty="0" err="1"/>
              <a:t>інформаційних</a:t>
            </a:r>
            <a:r>
              <a:rPr lang="ru-RU" dirty="0"/>
              <a:t> систем</a:t>
            </a:r>
          </a:p>
          <a:p>
            <a:pPr rt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280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200" y="582839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uk-UA"/>
              <a:t>Керування </a:t>
            </a:r>
            <a:r>
              <a:rPr lang="en-US"/>
              <a:t>Docker </a:t>
            </a:r>
            <a:r>
              <a:rPr lang="uk-UA"/>
              <a:t>через </a:t>
            </a:r>
            <a:r>
              <a:rPr lang="en-US"/>
              <a:t>Ansible</a:t>
            </a:r>
            <a:br>
              <a:rPr lang="en-US"/>
            </a:b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199" y="1690688"/>
            <a:ext cx="10761617" cy="4318225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ru-RU" sz="1800" dirty="0" err="1"/>
              <a:t>Docker</a:t>
            </a:r>
            <a:r>
              <a:rPr lang="ru-RU" sz="1800" dirty="0"/>
              <a:t> - </a:t>
            </a:r>
            <a:r>
              <a:rPr lang="ru-RU" sz="1800" dirty="0" err="1"/>
              <a:t>програмне</a:t>
            </a:r>
            <a:r>
              <a:rPr lang="ru-RU" sz="1800" dirty="0"/>
              <a:t> </a:t>
            </a:r>
            <a:r>
              <a:rPr lang="ru-RU" sz="1800" dirty="0" err="1"/>
              <a:t>забезпечення</a:t>
            </a:r>
            <a:r>
              <a:rPr lang="ru-RU" sz="1800" dirty="0"/>
              <a:t> для </a:t>
            </a:r>
            <a:r>
              <a:rPr lang="ru-RU" sz="1800" dirty="0" err="1"/>
              <a:t>автоматизації</a:t>
            </a:r>
            <a:r>
              <a:rPr lang="ru-RU" sz="1800" dirty="0"/>
              <a:t> </a:t>
            </a:r>
            <a:r>
              <a:rPr lang="ru-RU" sz="1800" dirty="0" err="1"/>
              <a:t>розгортання</a:t>
            </a:r>
            <a:r>
              <a:rPr lang="ru-RU" sz="1800" dirty="0"/>
              <a:t> та </a:t>
            </a:r>
            <a:r>
              <a:rPr lang="ru-RU" sz="1800" dirty="0" err="1"/>
              <a:t>керування</a:t>
            </a:r>
            <a:r>
              <a:rPr lang="ru-RU" sz="1800" dirty="0"/>
              <a:t> </a:t>
            </a:r>
            <a:r>
              <a:rPr lang="ru-RU" sz="1800" dirty="0" err="1"/>
              <a:t>програмами</a:t>
            </a:r>
            <a:r>
              <a:rPr lang="ru-RU" sz="1800" dirty="0"/>
              <a:t> в </a:t>
            </a:r>
            <a:r>
              <a:rPr lang="ru-RU" sz="1800" dirty="0" err="1"/>
              <a:t>середовищах</a:t>
            </a:r>
            <a:r>
              <a:rPr lang="ru-RU" sz="1800" dirty="0"/>
              <a:t> з </a:t>
            </a:r>
            <a:r>
              <a:rPr lang="ru-RU" sz="1800" dirty="0" err="1"/>
              <a:t>підтримкою</a:t>
            </a:r>
            <a:r>
              <a:rPr lang="ru-RU" sz="1800" dirty="0"/>
              <a:t> </a:t>
            </a:r>
            <a:r>
              <a:rPr lang="uk-UA" sz="1800" dirty="0"/>
              <a:t>контейнеризації</a:t>
            </a:r>
            <a:r>
              <a:rPr lang="ru-RU" sz="1800" dirty="0"/>
              <a:t> , </a:t>
            </a:r>
            <a:r>
              <a:rPr lang="ru-RU" sz="1800" dirty="0" err="1"/>
              <a:t>контейнеризатор</a:t>
            </a:r>
            <a:r>
              <a:rPr lang="ru-RU" sz="1800" dirty="0"/>
              <a:t> </a:t>
            </a:r>
            <a:r>
              <a:rPr lang="ru-RU" sz="1800" err="1"/>
              <a:t>додатків</a:t>
            </a:r>
            <a:r>
              <a:rPr lang="ru-RU" sz="1800"/>
              <a:t>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dirty="0" err="1"/>
              <a:t>Автоматизація</a:t>
            </a:r>
            <a:r>
              <a:rPr lang="ru-RU" sz="1800" dirty="0"/>
              <a:t> </a:t>
            </a:r>
            <a:r>
              <a:rPr lang="ru-RU" sz="1800" dirty="0" err="1"/>
              <a:t>контейнерів</a:t>
            </a:r>
            <a:r>
              <a:rPr lang="ru-RU" sz="1800" dirty="0"/>
              <a:t> </a:t>
            </a:r>
            <a:r>
              <a:rPr lang="ru-RU" sz="1800" dirty="0" err="1"/>
              <a:t>Docker</a:t>
            </a:r>
            <a:r>
              <a:rPr lang="ru-RU" sz="1800" dirty="0"/>
              <a:t> за </a:t>
            </a:r>
            <a:r>
              <a:rPr lang="ru-RU" sz="1800" dirty="0" err="1"/>
              <a:t>допомогою</a:t>
            </a:r>
            <a:r>
              <a:rPr lang="ru-RU" sz="1800" dirty="0"/>
              <a:t> </a:t>
            </a:r>
            <a:r>
              <a:rPr lang="ru-RU" sz="1800" dirty="0" err="1"/>
              <a:t>Ansible</a:t>
            </a:r>
            <a:r>
              <a:rPr lang="ru-RU" sz="1800" dirty="0"/>
              <a:t> </a:t>
            </a:r>
            <a:r>
              <a:rPr lang="ru-RU" sz="1800" dirty="0" err="1"/>
              <a:t>забезпечує</a:t>
            </a:r>
            <a:r>
              <a:rPr lang="ru-RU" sz="1800" dirty="0"/>
              <a:t>:</a:t>
            </a:r>
          </a:p>
          <a:p>
            <a:pPr marL="0" indent="0">
              <a:buNone/>
            </a:pPr>
            <a:endParaRPr lang="ru-RU" sz="1800" dirty="0"/>
          </a:p>
          <a:p>
            <a:r>
              <a:rPr lang="uk-UA" sz="1800"/>
              <a:t>Гнучкість</a:t>
            </a:r>
          </a:p>
          <a:p>
            <a:r>
              <a:rPr lang="uk-UA" sz="1800" dirty="0" err="1"/>
              <a:t>Аудиторність</a:t>
            </a:r>
            <a:endParaRPr lang="uk-UA" sz="1800" dirty="0"/>
          </a:p>
          <a:p>
            <a:r>
              <a:rPr lang="uk-UA" sz="1800" dirty="0"/>
              <a:t>Універсальність</a:t>
            </a:r>
          </a:p>
          <a:p>
            <a:endParaRPr lang="uk-UA" sz="1800" dirty="0"/>
          </a:p>
        </p:txBody>
      </p:sp>
      <p:pic>
        <p:nvPicPr>
          <p:cNvPr id="17410" name="Picture 2" descr="Docker + Ansible - с нуля, деплой и управление Swarm | Udem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754" y="3347177"/>
            <a:ext cx="4490273" cy="252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88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Problem Solving: Building Docker Containers Using Ansible. | by Christopher Quiles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70" y="602297"/>
            <a:ext cx="11092205" cy="56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56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Automation using Ansible :-Configure docker and deploy webserver using  ansib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98" y="1240654"/>
            <a:ext cx="11939428" cy="4925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4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2"/>
          <p:cNvSpPr>
            <a:spLocks noGrp="1"/>
          </p:cNvSpPr>
          <p:nvPr>
            <p:ph type="title"/>
          </p:nvPr>
        </p:nvSpPr>
        <p:spPr>
          <a:xfrm>
            <a:off x="838200" y="58283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/>
              <a:t>Приклад</a:t>
            </a:r>
            <a:r>
              <a:rPr lang="en-US"/>
              <a:t> Ansible playbook</a:t>
            </a:r>
            <a:endParaRPr lang="uk-UA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2033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8835" y="2217738"/>
            <a:ext cx="6159441" cy="362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41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Місце для вмісту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028899"/>
              </p:ext>
            </p:extLst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uk-UA" b="0" dirty="0"/>
                        <a:t>Модуль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b="0"/>
                        <a:t>Опис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b="0"/>
                        <a:t>Приклад використання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docker_container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Керування контейнерами: створення, запуск, зупинка, видалення.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Запуск Nginx-контейнера з мапінгом портів.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docker_image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/>
                        <a:t>Робота з Docker-образами: завантаження, створення, видалення, пуш до реєстру.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b="0"/>
                        <a:t>Завантаження образу </a:t>
                      </a:r>
                      <a:r>
                        <a:rPr lang="en-US" b="0"/>
                        <a:t>nginx:latest </a:t>
                      </a:r>
                      <a:r>
                        <a:rPr lang="uk-UA" b="0"/>
                        <a:t>з </a:t>
                      </a:r>
                      <a:r>
                        <a:rPr lang="en-US" b="0"/>
                        <a:t>Docker Hub.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docker_network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Налаштування Docker-мереж для зв’язку між контейнерами.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b="0"/>
                        <a:t>Створення </a:t>
                      </a:r>
                      <a:r>
                        <a:rPr lang="en-US" b="0"/>
                        <a:t>bridge-</a:t>
                      </a:r>
                      <a:r>
                        <a:rPr lang="uk-UA" b="0"/>
                        <a:t>мережі для контейнерів.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0"/>
                        <a:t>docker_volume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/>
                        <a:t>Керування Docker-томами для персистентного зберігання даних.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/>
                        <a:t>Створення тому для бази даних MySQL.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Заголовок 12"/>
          <p:cNvSpPr>
            <a:spLocks noGrp="1"/>
          </p:cNvSpPr>
          <p:nvPr>
            <p:ph type="title"/>
          </p:nvPr>
        </p:nvSpPr>
        <p:spPr>
          <a:xfrm>
            <a:off x="838200" y="58283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Основні </a:t>
            </a:r>
            <a:r>
              <a:rPr lang="en-US" dirty="0" err="1"/>
              <a:t>docker</a:t>
            </a:r>
            <a:r>
              <a:rPr lang="en-US" dirty="0"/>
              <a:t>-</a:t>
            </a:r>
            <a:r>
              <a:rPr lang="uk-UA" dirty="0"/>
              <a:t>модулі</a:t>
            </a:r>
            <a:r>
              <a:rPr lang="en-US" dirty="0"/>
              <a:t> </a:t>
            </a:r>
            <a:r>
              <a:rPr lang="uk-UA"/>
              <a:t>в </a:t>
            </a:r>
            <a:r>
              <a:rPr lang="en-US"/>
              <a:t>Ansible</a:t>
            </a:r>
            <a:endParaRPr lang="uk-UA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38200" y="20330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85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2"/>
          <p:cNvSpPr>
            <a:spLocks noGrp="1"/>
          </p:cNvSpPr>
          <p:nvPr>
            <p:ph type="title"/>
          </p:nvPr>
        </p:nvSpPr>
        <p:spPr>
          <a:xfrm>
            <a:off x="784412" y="340792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uk-UA"/>
              <a:t>Модулі </a:t>
            </a:r>
            <a:r>
              <a:rPr lang="en-US"/>
              <a:t>docker_container </a:t>
            </a:r>
            <a:r>
              <a:rPr lang="uk-UA"/>
              <a:t>та </a:t>
            </a:r>
            <a:r>
              <a:rPr lang="en-US"/>
              <a:t>docker_image </a:t>
            </a:r>
            <a:r>
              <a:rPr lang="uk-UA"/>
              <a:t>в </a:t>
            </a:r>
            <a:r>
              <a:rPr lang="en-US"/>
              <a:t>Ansible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84412" y="214064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652775" y="197713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Місце для вмісту 13"/>
          <p:cNvSpPr txBox="1">
            <a:spLocks/>
          </p:cNvSpPr>
          <p:nvPr/>
        </p:nvSpPr>
        <p:spPr>
          <a:xfrm>
            <a:off x="838199" y="1690688"/>
            <a:ext cx="10761617" cy="4318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endParaRPr lang="ru-RU" sz="1800"/>
          </a:p>
          <a:p>
            <a:pPr marL="0" indent="0">
              <a:buNone/>
            </a:pPr>
            <a:r>
              <a:rPr lang="uk-UA" sz="1800"/>
              <a:t>Ключові </a:t>
            </a:r>
            <a:r>
              <a:rPr lang="uk-UA" sz="1800" dirty="0"/>
              <a:t>параметри </a:t>
            </a:r>
            <a:r>
              <a:rPr lang="en-US" sz="1800"/>
              <a:t>docker_container</a:t>
            </a:r>
            <a:endParaRPr lang="uk-UA" sz="1800"/>
          </a:p>
          <a:p>
            <a:pPr>
              <a:buFontTx/>
              <a:buChar char="-"/>
            </a:pPr>
            <a:r>
              <a:rPr lang="en-US" sz="1800"/>
              <a:t>name</a:t>
            </a:r>
            <a:br>
              <a:rPr lang="en-US" sz="1800"/>
            </a:br>
            <a:r>
              <a:rPr lang="en-US" sz="1800"/>
              <a:t>- image</a:t>
            </a:r>
            <a:br>
              <a:rPr lang="en-US" sz="1800"/>
            </a:br>
            <a:r>
              <a:rPr lang="en-US" sz="1800"/>
              <a:t>- state</a:t>
            </a:r>
            <a:br>
              <a:rPr lang="en-US" sz="1800"/>
            </a:br>
            <a:r>
              <a:rPr lang="en-US" sz="1800"/>
              <a:t>- ports</a:t>
            </a:r>
            <a:br>
              <a:rPr lang="en-US" sz="1800"/>
            </a:br>
            <a:r>
              <a:rPr lang="en-US" sz="1800"/>
              <a:t>- env</a:t>
            </a:r>
            <a:br>
              <a:rPr lang="en-US" sz="1800"/>
            </a:br>
            <a:r>
              <a:rPr lang="en-US" sz="1800"/>
              <a:t>- volumes</a:t>
            </a:r>
            <a:endParaRPr lang="uk-UA" sz="1800"/>
          </a:p>
          <a:p>
            <a:pPr>
              <a:buFontTx/>
              <a:buChar char="-"/>
            </a:pPr>
            <a:endParaRPr lang="uk-UA" sz="1800" dirty="0"/>
          </a:p>
          <a:p>
            <a:pPr marL="0" indent="0">
              <a:buNone/>
            </a:pPr>
            <a:r>
              <a:rPr lang="uk-UA" sz="1800" dirty="0"/>
              <a:t>Ключові параметри </a:t>
            </a:r>
            <a:r>
              <a:rPr lang="en-US" sz="1800" dirty="0" err="1"/>
              <a:t>docker_image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- name</a:t>
            </a:r>
            <a:br>
              <a:rPr lang="en-US" sz="1800" dirty="0"/>
            </a:br>
            <a:r>
              <a:rPr lang="en-US" sz="1800" dirty="0"/>
              <a:t>- state</a:t>
            </a:r>
            <a:br>
              <a:rPr lang="en-US" sz="1800" dirty="0"/>
            </a:br>
            <a:r>
              <a:rPr lang="en-US" sz="1800" dirty="0"/>
              <a:t>- source</a:t>
            </a:r>
            <a:br>
              <a:rPr lang="en-US" sz="1800" dirty="0"/>
            </a:br>
            <a:r>
              <a:rPr lang="en-US" sz="1800" dirty="0"/>
              <a:t>- tag</a:t>
            </a:r>
            <a:br>
              <a:rPr lang="en-US" sz="1800" dirty="0"/>
            </a:br>
            <a:r>
              <a:rPr lang="en-US" sz="1800" dirty="0"/>
              <a:t>- pull</a:t>
            </a:r>
          </a:p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  <a:p>
            <a:endParaRPr lang="uk-UA" sz="1800" dirty="0"/>
          </a:p>
        </p:txBody>
      </p:sp>
      <p:pic>
        <p:nvPicPr>
          <p:cNvPr id="23556" name="Picture 4" descr="Terraform: реализация технологии “инфраструктура как код”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709" y="2325315"/>
            <a:ext cx="5414761" cy="253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59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2"/>
          <p:cNvSpPr>
            <a:spLocks noGrp="1"/>
          </p:cNvSpPr>
          <p:nvPr>
            <p:ph type="title"/>
          </p:nvPr>
        </p:nvSpPr>
        <p:spPr>
          <a:xfrm>
            <a:off x="784412" y="156251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uk-UA"/>
              <a:t>Запуск </a:t>
            </a:r>
            <a:r>
              <a:rPr lang="en-US"/>
              <a:t>docker_container,</a:t>
            </a:r>
            <a:r>
              <a:rPr lang="uk-UA"/>
              <a:t> </a:t>
            </a:r>
            <a:r>
              <a:rPr lang="en-US"/>
              <a:t>docker_image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84412" y="214064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652775" y="197713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uk-UA" altLang="uk-U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Місце для вмісту 13"/>
          <p:cNvSpPr txBox="1">
            <a:spLocks/>
          </p:cNvSpPr>
          <p:nvPr/>
        </p:nvSpPr>
        <p:spPr>
          <a:xfrm>
            <a:off x="784412" y="1197241"/>
            <a:ext cx="6609081" cy="4318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800" dirty="0"/>
          </a:p>
          <a:p>
            <a:r>
              <a:rPr lang="ru-RU" sz="1800" dirty="0"/>
              <a:t>На </a:t>
            </a:r>
            <a:r>
              <a:rPr lang="ru-RU" sz="1800" dirty="0" err="1"/>
              <a:t>керованому</a:t>
            </a:r>
            <a:r>
              <a:rPr lang="ru-RU" sz="1800" dirty="0"/>
              <a:t> </a:t>
            </a:r>
            <a:r>
              <a:rPr lang="ru-RU" sz="1800" dirty="0" err="1"/>
              <a:t>хості</a:t>
            </a:r>
            <a:r>
              <a:rPr lang="ru-RU" sz="1800" dirty="0"/>
              <a:t> </a:t>
            </a:r>
            <a:r>
              <a:rPr lang="ru-RU" sz="1800" dirty="0" err="1"/>
              <a:t>має</a:t>
            </a:r>
            <a:r>
              <a:rPr lang="ru-RU" sz="1800" dirty="0"/>
              <a:t> бути </a:t>
            </a:r>
            <a:r>
              <a:rPr lang="ru-RU" sz="1800" dirty="0" err="1"/>
              <a:t>встановлений</a:t>
            </a:r>
            <a:r>
              <a:rPr lang="ru-RU" sz="1800" dirty="0"/>
              <a:t> </a:t>
            </a:r>
            <a:r>
              <a:rPr lang="ru-RU" sz="1800" dirty="0" err="1"/>
              <a:t>Docker</a:t>
            </a:r>
            <a:endParaRPr lang="ru-RU" sz="1800" dirty="0"/>
          </a:p>
          <a:p>
            <a:r>
              <a:rPr lang="ru-RU" sz="1800" dirty="0" err="1"/>
              <a:t>Має</a:t>
            </a:r>
            <a:r>
              <a:rPr lang="ru-RU" sz="1800" dirty="0"/>
              <a:t> бути </a:t>
            </a:r>
            <a:r>
              <a:rPr lang="ru-RU" sz="1800" dirty="0" err="1"/>
              <a:t>встановлений</a:t>
            </a:r>
            <a:r>
              <a:rPr lang="ru-RU" sz="1800" dirty="0"/>
              <a:t> </a:t>
            </a:r>
            <a:r>
              <a:rPr lang="ru-RU" sz="1800" dirty="0" err="1"/>
              <a:t>Ansible</a:t>
            </a:r>
            <a:r>
              <a:rPr lang="ru-RU" sz="1800" dirty="0"/>
              <a:t> </a:t>
            </a:r>
            <a:r>
              <a:rPr lang="ru-RU" sz="1800" dirty="0" err="1"/>
              <a:t>collection</a:t>
            </a:r>
            <a:r>
              <a:rPr lang="ru-RU" sz="1800" dirty="0"/>
              <a:t> для </a:t>
            </a:r>
            <a:r>
              <a:rPr lang="ru-RU" sz="1800" dirty="0" err="1"/>
              <a:t>Docker</a:t>
            </a:r>
            <a:endParaRPr lang="uk-UA" sz="1800" dirty="0"/>
          </a:p>
          <a:p>
            <a:pPr marL="0" indent="0">
              <a:buNone/>
            </a:pPr>
            <a:endParaRPr lang="uk-UA" sz="1800" dirty="0"/>
          </a:p>
          <a:p>
            <a:endParaRPr lang="uk-UA" sz="1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125" y="2088208"/>
            <a:ext cx="2526723" cy="498469"/>
          </a:xfrm>
          <a:prstGeom prst="rect">
            <a:avLst/>
          </a:prstGeom>
        </p:spPr>
      </p:pic>
      <p:sp>
        <p:nvSpPr>
          <p:cNvPr id="11" name="Місце для вмісту 13"/>
          <p:cNvSpPr txBox="1">
            <a:spLocks/>
          </p:cNvSpPr>
          <p:nvPr/>
        </p:nvSpPr>
        <p:spPr>
          <a:xfrm>
            <a:off x="7935935" y="1594692"/>
            <a:ext cx="2529917" cy="382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1800" dirty="0"/>
              <a:t>У </a:t>
            </a:r>
            <a:r>
              <a:rPr lang="en-US" sz="1800" dirty="0"/>
              <a:t>playbook </a:t>
            </a:r>
            <a:r>
              <a:rPr lang="uk-UA" sz="1800"/>
              <a:t>вказуєм</a:t>
            </a:r>
            <a:r>
              <a:rPr lang="en-US" sz="1800"/>
              <a:t>:</a:t>
            </a:r>
            <a:endParaRPr lang="uk-UA" sz="1800" dirty="0"/>
          </a:p>
        </p:txBody>
      </p:sp>
      <p:sp>
        <p:nvSpPr>
          <p:cNvPr id="12" name="Місце для вмісту 13"/>
          <p:cNvSpPr txBox="1">
            <a:spLocks/>
          </p:cNvSpPr>
          <p:nvPr/>
        </p:nvSpPr>
        <p:spPr>
          <a:xfrm>
            <a:off x="969143" y="2795741"/>
            <a:ext cx="2529917" cy="382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1800" dirty="0"/>
              <a:t>Запуск контейнера</a:t>
            </a:r>
          </a:p>
        </p:txBody>
      </p:sp>
      <p:sp>
        <p:nvSpPr>
          <p:cNvPr id="13" name="Місце для вмісту 13"/>
          <p:cNvSpPr txBox="1">
            <a:spLocks/>
          </p:cNvSpPr>
          <p:nvPr/>
        </p:nvSpPr>
        <p:spPr>
          <a:xfrm>
            <a:off x="5866263" y="2795741"/>
            <a:ext cx="2529917" cy="3824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sz="1800" dirty="0"/>
              <a:t>Запуск контейнера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526" y="3348619"/>
            <a:ext cx="5761251" cy="282568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412" y="3369526"/>
            <a:ext cx="4563397" cy="28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1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запуск </a:t>
            </a:r>
            <a:r>
              <a:rPr lang="ru-RU" dirty="0" err="1"/>
              <a:t>контейнерів</a:t>
            </a:r>
            <a:r>
              <a:rPr lang="ru-RU" dirty="0"/>
              <a:t> з </a:t>
            </a:r>
            <a:r>
              <a:rPr lang="ru-RU" dirty="0" err="1"/>
              <a:t>Ansible</a:t>
            </a:r>
            <a:endParaRPr lang="ru-RU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sp>
        <p:nvSpPr>
          <p:cNvPr id="3" name="Прямокутник 2"/>
          <p:cNvSpPr/>
          <p:nvPr/>
        </p:nvSpPr>
        <p:spPr>
          <a:xfrm>
            <a:off x="966751" y="1634223"/>
            <a:ext cx="1446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/>
              <a:t>Структура</a:t>
            </a:r>
            <a:r>
              <a:rPr lang="en-US"/>
              <a:t>:</a:t>
            </a:r>
            <a:endParaRPr lang="uk-UA"/>
          </a:p>
        </p:txBody>
      </p:sp>
      <p:sp>
        <p:nvSpPr>
          <p:cNvPr id="9" name="Прямокутник 8"/>
          <p:cNvSpPr/>
          <p:nvPr/>
        </p:nvSpPr>
        <p:spPr>
          <a:xfrm>
            <a:off x="6653822" y="1510541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Playbook:</a:t>
            </a:r>
            <a:endParaRPr lang="uk-UA"/>
          </a:p>
        </p:txBody>
      </p:sp>
      <p:sp>
        <p:nvSpPr>
          <p:cNvPr id="11" name="Прямокутник 10"/>
          <p:cNvSpPr/>
          <p:nvPr/>
        </p:nvSpPr>
        <p:spPr>
          <a:xfrm>
            <a:off x="4810066" y="4368615"/>
            <a:ext cx="2403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/>
              <a:t>Інвентарний файл</a:t>
            </a:r>
            <a:r>
              <a:rPr lang="en-US"/>
              <a:t>:</a:t>
            </a:r>
            <a:endParaRPr lang="uk-UA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293" y="2248996"/>
            <a:ext cx="3284505" cy="37569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066" y="4845263"/>
            <a:ext cx="6546147" cy="92972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751" y="1885368"/>
            <a:ext cx="3102611" cy="224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54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запуск </a:t>
            </a:r>
            <a:r>
              <a:rPr lang="ru-RU" dirty="0" err="1"/>
              <a:t>контейнерів</a:t>
            </a:r>
            <a:r>
              <a:rPr lang="ru-RU" dirty="0"/>
              <a:t> з </a:t>
            </a:r>
            <a:r>
              <a:rPr lang="ru-RU" dirty="0" err="1"/>
              <a:t>Ansible</a:t>
            </a:r>
            <a:endParaRPr lang="ru-RU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63" y="1430248"/>
            <a:ext cx="3479909" cy="20425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5829" y="1617579"/>
            <a:ext cx="4176362" cy="449642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/>
          <a:srcRect r="18228"/>
          <a:stretch/>
        </p:blipFill>
        <p:spPr>
          <a:xfrm>
            <a:off x="4693482" y="1817244"/>
            <a:ext cx="2542467" cy="1348857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1977" y="3763548"/>
            <a:ext cx="3651114" cy="25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2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запуск </a:t>
            </a:r>
            <a:r>
              <a:rPr lang="ru-RU" dirty="0" err="1"/>
              <a:t>контейнерів</a:t>
            </a:r>
            <a:r>
              <a:rPr lang="ru-RU" dirty="0"/>
              <a:t> з </a:t>
            </a:r>
            <a:r>
              <a:rPr lang="ru-RU" dirty="0" err="1"/>
              <a:t>Ansible</a:t>
            </a:r>
            <a:endParaRPr lang="ru-RU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5" y="1510541"/>
            <a:ext cx="5076741" cy="354211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630" y="3298844"/>
            <a:ext cx="4025461" cy="223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9" y="23739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Що </a:t>
            </a:r>
            <a:r>
              <a:rPr lang="uk-UA"/>
              <a:t>таке </a:t>
            </a:r>
            <a:r>
              <a:rPr lang="en-US"/>
              <a:t>CI/CD?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199" y="1690688"/>
            <a:ext cx="10761617" cy="4318225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2000" dirty="0"/>
              <a:t>CI/CD – </a:t>
            </a:r>
            <a:r>
              <a:rPr lang="uk-UA" sz="2000" dirty="0"/>
              <a:t>це</a:t>
            </a:r>
            <a:r>
              <a:rPr lang="en-US" sz="2000"/>
              <a:t> </a:t>
            </a:r>
            <a:r>
              <a:rPr lang="uk-UA" sz="2000"/>
              <a:t>набір методик розробки програмного забезпечення, які автоматизують процеси збирання, тестування та розгортання коду для прискорення доставки, підвищення надійності та якості продукту.</a:t>
            </a:r>
            <a:endParaRPr lang="uk-UA" sz="1400" dirty="0"/>
          </a:p>
        </p:txBody>
      </p:sp>
      <p:pic>
        <p:nvPicPr>
          <p:cNvPr id="27652" name="Picture 4" descr="CI/CD: Using GitLab + Docker + Ansible · Callr Tech Blo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21" y="2574577"/>
            <a:ext cx="9063355" cy="4039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273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9" y="237399"/>
            <a:ext cx="10515600" cy="1325563"/>
          </a:xfrm>
        </p:spPr>
        <p:txBody>
          <a:bodyPr rtlCol="0">
            <a:normAutofit/>
          </a:bodyPr>
          <a:lstStyle/>
          <a:p>
            <a:r>
              <a:rPr lang="en-US" dirty="0"/>
              <a:t>CI/CD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199" y="1690688"/>
            <a:ext cx="10761617" cy="4318225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ru-RU" sz="2000" dirty="0"/>
              <a:t>Практика CI/CD </a:t>
            </a:r>
            <a:r>
              <a:rPr lang="ru-RU" sz="2000" dirty="0" err="1"/>
              <a:t>використовується</a:t>
            </a:r>
            <a:r>
              <a:rPr lang="ru-RU" sz="2000" dirty="0"/>
              <a:t> для того, </a:t>
            </a:r>
            <a:r>
              <a:rPr lang="ru-RU" sz="2000" dirty="0" err="1"/>
              <a:t>щоб</a:t>
            </a:r>
            <a:r>
              <a:rPr lang="ru-RU" sz="2000" dirty="0"/>
              <a:t>:</a:t>
            </a:r>
            <a:endParaRPr lang="en-US" sz="2000" dirty="0"/>
          </a:p>
          <a:p>
            <a:r>
              <a:rPr lang="uk-UA" sz="2000" dirty="0"/>
              <a:t>підвищити якість програмного забезпечення;</a:t>
            </a:r>
          </a:p>
          <a:p>
            <a:r>
              <a:rPr lang="ru-RU" sz="2000" dirty="0" err="1"/>
              <a:t>скоротити</a:t>
            </a:r>
            <a:r>
              <a:rPr lang="ru-RU" sz="2000" dirty="0"/>
              <a:t> час </a:t>
            </a:r>
            <a:r>
              <a:rPr lang="ru-RU" sz="2000" dirty="0" err="1"/>
              <a:t>виходу</a:t>
            </a:r>
            <a:r>
              <a:rPr lang="ru-RU" sz="2000" dirty="0"/>
              <a:t> </a:t>
            </a:r>
            <a:r>
              <a:rPr lang="ru-RU" sz="2000" dirty="0" err="1"/>
              <a:t>нових</a:t>
            </a:r>
            <a:r>
              <a:rPr lang="ru-RU" sz="2000" dirty="0"/>
              <a:t> </a:t>
            </a:r>
            <a:r>
              <a:rPr lang="ru-RU" sz="2000" dirty="0" err="1"/>
              <a:t>релізів</a:t>
            </a:r>
            <a:r>
              <a:rPr lang="ru-RU" sz="2000" dirty="0"/>
              <a:t>;</a:t>
            </a:r>
          </a:p>
          <a:p>
            <a:r>
              <a:rPr lang="ru-RU" sz="2000" dirty="0" err="1"/>
              <a:t>забезпечити</a:t>
            </a:r>
            <a:r>
              <a:rPr lang="ru-RU" sz="2000" dirty="0"/>
              <a:t> </a:t>
            </a:r>
            <a:r>
              <a:rPr lang="ru-RU" sz="2000" dirty="0" err="1"/>
              <a:t>стабільність</a:t>
            </a:r>
            <a:r>
              <a:rPr lang="ru-RU" sz="2000" dirty="0"/>
              <a:t> і </a:t>
            </a:r>
            <a:r>
              <a:rPr lang="ru-RU" sz="2000" dirty="0" err="1"/>
              <a:t>передбачуваність</a:t>
            </a:r>
            <a:r>
              <a:rPr lang="ru-RU" sz="2000" dirty="0"/>
              <a:t> </a:t>
            </a:r>
            <a:r>
              <a:rPr lang="ru-RU" sz="2000" dirty="0" err="1"/>
              <a:t>процесу</a:t>
            </a:r>
            <a:r>
              <a:rPr lang="ru-RU" sz="2000" dirty="0"/>
              <a:t> </a:t>
            </a:r>
            <a:r>
              <a:rPr lang="ru-RU" sz="2000" dirty="0" err="1"/>
              <a:t>розробки</a:t>
            </a:r>
            <a:r>
              <a:rPr lang="ru-RU" sz="2000" dirty="0"/>
              <a:t>. </a:t>
            </a:r>
          </a:p>
          <a:p>
            <a:pPr marL="0" indent="0">
              <a:buNone/>
            </a:pPr>
            <a:br>
              <a:rPr lang="ru-RU" sz="1400" dirty="0"/>
            </a:br>
            <a:endParaRPr lang="uk-UA" sz="1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484565"/>
            <a:ext cx="5151401" cy="286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8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Integrating Jenkins with Ansible | End to end CI/CD project using jenkins - 0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7" b="9235"/>
          <a:stretch/>
        </p:blipFill>
        <p:spPr bwMode="auto">
          <a:xfrm>
            <a:off x="462138" y="690879"/>
            <a:ext cx="11592067" cy="535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96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9" y="237399"/>
            <a:ext cx="10515600" cy="1325563"/>
          </a:xfrm>
        </p:spPr>
        <p:txBody>
          <a:bodyPr rtlCol="0">
            <a:normAutofit/>
          </a:bodyPr>
          <a:lstStyle/>
          <a:p>
            <a:r>
              <a:rPr lang="en-US" dirty="0"/>
              <a:t>CI/CD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199" y="1690688"/>
            <a:ext cx="10761617" cy="4318225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2000" dirty="0"/>
              <a:t>Кроки в </a:t>
            </a:r>
            <a:r>
              <a:rPr lang="en-US" sz="2000" dirty="0"/>
              <a:t>CI/CD:</a:t>
            </a:r>
          </a:p>
          <a:p>
            <a:pPr marL="0" indent="0">
              <a:buNone/>
            </a:pPr>
            <a:r>
              <a:rPr lang="en-US" sz="2000" dirty="0"/>
              <a:t>CI (Continuous Integration)</a:t>
            </a:r>
          </a:p>
          <a:p>
            <a:pPr lvl="1"/>
            <a:r>
              <a:rPr lang="uk-UA" sz="1800" dirty="0"/>
              <a:t>Кожен пуш у </a:t>
            </a:r>
            <a:r>
              <a:rPr lang="en-US" sz="1800"/>
              <a:t>main/master </a:t>
            </a:r>
            <a:r>
              <a:rPr lang="uk-UA" sz="1800"/>
              <a:t>запускає </a:t>
            </a:r>
            <a:r>
              <a:rPr lang="en-US" sz="1800"/>
              <a:t>pipeline (GitHub Actions / GitLab CI).</a:t>
            </a:r>
          </a:p>
          <a:p>
            <a:pPr lvl="1"/>
            <a:r>
              <a:rPr lang="en-US" sz="1800" dirty="0"/>
              <a:t>Pipeline </a:t>
            </a:r>
            <a:r>
              <a:rPr lang="uk-UA" sz="1800"/>
              <a:t>збирає </a:t>
            </a:r>
            <a:r>
              <a:rPr lang="en-US" sz="1800"/>
              <a:t>Docker-</a:t>
            </a:r>
            <a:r>
              <a:rPr lang="uk-UA" sz="1800"/>
              <a:t>образ додатку і пушить його в реєстр (</a:t>
            </a:r>
            <a:r>
              <a:rPr lang="en-US" sz="1800"/>
              <a:t>DockerHub, GitLab Registry, GCP Artifact Registry, AWS ECR).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dirty="0"/>
              <a:t>CD (Continuous Deployment)</a:t>
            </a:r>
          </a:p>
          <a:p>
            <a:pPr lvl="1"/>
            <a:r>
              <a:rPr lang="en-US" sz="1800" dirty="0" err="1"/>
              <a:t>Ansible</a:t>
            </a:r>
            <a:r>
              <a:rPr lang="en-US" sz="1800" dirty="0"/>
              <a:t> playbook </a:t>
            </a:r>
            <a:r>
              <a:rPr lang="uk-UA" sz="1800"/>
              <a:t>підключається до сервера.</a:t>
            </a:r>
          </a:p>
          <a:p>
            <a:pPr lvl="1"/>
            <a:r>
              <a:rPr lang="uk-UA" sz="1800" dirty="0"/>
              <a:t>Завантажує свіжий образ.</a:t>
            </a:r>
          </a:p>
          <a:p>
            <a:pPr lvl="1"/>
            <a:r>
              <a:rPr lang="uk-UA" sz="1800" dirty="0"/>
              <a:t>Запускає контейнер з новою версією додатку (замінюючи старий).</a:t>
            </a:r>
          </a:p>
          <a:p>
            <a:pPr marL="0" indent="0">
              <a:buNone/>
            </a:pP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95971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9" y="-156293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/>
              <a:t>Приклади інтеграції </a:t>
            </a:r>
            <a:r>
              <a:rPr lang="en-US"/>
              <a:t>CI/CD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r="11984"/>
          <a:stretch/>
        </p:blipFill>
        <p:spPr>
          <a:xfrm>
            <a:off x="5186679" y="1098118"/>
            <a:ext cx="6294121" cy="5197620"/>
          </a:xfrm>
          <a:prstGeom prst="rect">
            <a:avLst/>
          </a:prstGeom>
        </p:spPr>
      </p:pic>
      <p:sp>
        <p:nvSpPr>
          <p:cNvPr id="6" name="Місце для вмісту 13"/>
          <p:cNvSpPr txBox="1">
            <a:spLocks/>
          </p:cNvSpPr>
          <p:nvPr/>
        </p:nvSpPr>
        <p:spPr>
          <a:xfrm>
            <a:off x="838199" y="1098118"/>
            <a:ext cx="3500121" cy="432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 err="1"/>
              <a:t>Ansible</a:t>
            </a:r>
            <a:r>
              <a:rPr lang="en-US" sz="2000" dirty="0"/>
              <a:t> in Jenkins Pipeline:</a:t>
            </a:r>
            <a:endParaRPr lang="uk-UA" sz="1400" dirty="0"/>
          </a:p>
        </p:txBody>
      </p:sp>
      <p:sp>
        <p:nvSpPr>
          <p:cNvPr id="12" name="Місце для вмісту 13"/>
          <p:cNvSpPr txBox="1">
            <a:spLocks/>
          </p:cNvSpPr>
          <p:nvPr/>
        </p:nvSpPr>
        <p:spPr>
          <a:xfrm>
            <a:off x="838199" y="1606118"/>
            <a:ext cx="3500121" cy="432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Use Jenkins to run </a:t>
            </a:r>
            <a:r>
              <a:rPr lang="en-US" sz="2000" dirty="0" err="1"/>
              <a:t>Ansible</a:t>
            </a:r>
            <a:r>
              <a:rPr lang="en-US" sz="2000" dirty="0"/>
              <a:t> playbooks as part of your pipeline.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231619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9" y="-156293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/>
              <a:t>Приклади інтеграції </a:t>
            </a:r>
            <a:r>
              <a:rPr lang="en-US"/>
              <a:t>CI/CD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980439" y="1298334"/>
            <a:ext cx="3500121" cy="432752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2000" dirty="0" err="1"/>
              <a:t>Ansible</a:t>
            </a:r>
            <a:r>
              <a:rPr lang="en-US" sz="2000" dirty="0"/>
              <a:t> in </a:t>
            </a:r>
            <a:r>
              <a:rPr lang="en-US" sz="2000" dirty="0" err="1"/>
              <a:t>GitLab</a:t>
            </a:r>
            <a:r>
              <a:rPr lang="en-US" sz="2000" dirty="0"/>
              <a:t> CI:</a:t>
            </a:r>
            <a:endParaRPr lang="uk-UA" sz="1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r="10339"/>
          <a:stretch/>
        </p:blipFill>
        <p:spPr>
          <a:xfrm>
            <a:off x="838199" y="1824160"/>
            <a:ext cx="5267961" cy="220605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627" y="1824160"/>
            <a:ext cx="4999395" cy="2758000"/>
          </a:xfrm>
          <a:prstGeom prst="rect">
            <a:avLst/>
          </a:prstGeom>
        </p:spPr>
      </p:pic>
      <p:sp>
        <p:nvSpPr>
          <p:cNvPr id="10" name="Місце для вмісту 13"/>
          <p:cNvSpPr txBox="1">
            <a:spLocks/>
          </p:cNvSpPr>
          <p:nvPr/>
        </p:nvSpPr>
        <p:spPr>
          <a:xfrm>
            <a:off x="6713626" y="1298334"/>
            <a:ext cx="3500121" cy="432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/>
              <a:t>Ansible</a:t>
            </a:r>
            <a:r>
              <a:rPr lang="en-US" sz="2000" dirty="0"/>
              <a:t> in </a:t>
            </a:r>
            <a:r>
              <a:rPr lang="en-US" sz="2000" dirty="0" err="1"/>
              <a:t>GitHub</a:t>
            </a:r>
            <a:r>
              <a:rPr lang="en-US" sz="2000" dirty="0"/>
              <a:t> Actions:</a:t>
            </a:r>
            <a:endParaRPr lang="uk-UA" sz="1400" dirty="0"/>
          </a:p>
        </p:txBody>
      </p:sp>
      <p:sp>
        <p:nvSpPr>
          <p:cNvPr id="9" name="Місце для вмісту 13"/>
          <p:cNvSpPr txBox="1">
            <a:spLocks/>
          </p:cNvSpPr>
          <p:nvPr/>
        </p:nvSpPr>
        <p:spPr>
          <a:xfrm>
            <a:off x="875231" y="4252354"/>
            <a:ext cx="3500121" cy="432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Integrate </a:t>
            </a:r>
            <a:r>
              <a:rPr lang="en-US" sz="2000" dirty="0" err="1"/>
              <a:t>Ansible</a:t>
            </a:r>
            <a:r>
              <a:rPr lang="en-US" sz="2000" dirty="0"/>
              <a:t> with </a:t>
            </a:r>
            <a:r>
              <a:rPr lang="en-US" sz="2000" dirty="0" err="1"/>
              <a:t>GitLab</a:t>
            </a:r>
            <a:r>
              <a:rPr lang="en-US" sz="2000" dirty="0"/>
              <a:t> CI to automate deployments.</a:t>
            </a:r>
            <a:endParaRPr lang="uk-UA" sz="1400" dirty="0"/>
          </a:p>
        </p:txBody>
      </p:sp>
      <p:sp>
        <p:nvSpPr>
          <p:cNvPr id="11" name="Місце для вмісту 13"/>
          <p:cNvSpPr txBox="1">
            <a:spLocks/>
          </p:cNvSpPr>
          <p:nvPr/>
        </p:nvSpPr>
        <p:spPr>
          <a:xfrm>
            <a:off x="6286627" y="4804298"/>
            <a:ext cx="3500121" cy="4327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Use </a:t>
            </a:r>
            <a:r>
              <a:rPr lang="en-US" sz="2000" dirty="0" err="1"/>
              <a:t>GitHub</a:t>
            </a:r>
            <a:r>
              <a:rPr lang="en-US" sz="2000" dirty="0"/>
              <a:t> Actions to execute </a:t>
            </a:r>
            <a:r>
              <a:rPr lang="en-US" sz="2000" dirty="0" err="1"/>
              <a:t>Ansible</a:t>
            </a:r>
            <a:r>
              <a:rPr lang="en-US" sz="2000" dirty="0"/>
              <a:t> playbooks.</a:t>
            </a:r>
            <a:endParaRPr lang="uk-UA" sz="1400" dirty="0"/>
          </a:p>
        </p:txBody>
      </p:sp>
    </p:spTree>
    <p:extLst>
      <p:ext uri="{BB962C8B-B14F-4D97-AF65-F5344CB8AC3E}">
        <p14:creationId xmlns:p14="http://schemas.microsoft.com/office/powerpoint/2010/main" val="4286595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Шаблон оформлення &quot;Водяний знак&quot;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29443084_TF03460614" id="{8E6C44DD-706F-449C-93DD-0EF47F9B6746}" vid="{2D2EA777-3406-4065-8192-FAE5953D728E}"/>
    </a:ext>
  </a:extLst>
</a:theme>
</file>

<file path=ppt/theme/theme2.xml><?xml version="1.0" encoding="utf-8"?>
<a:theme xmlns:a="http://schemas.openxmlformats.org/drawingml/2006/main" name="Тема Offic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3746</TotalTime>
  <Words>456</Words>
  <Application>Microsoft Macintosh PowerPoint</Application>
  <PresentationFormat>Widescreen</PresentationFormat>
  <Paragraphs>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Times New Roman</vt:lpstr>
      <vt:lpstr>Wingdings</vt:lpstr>
      <vt:lpstr>Шаблон оформлення "Водяний знак"</vt:lpstr>
      <vt:lpstr>Ansible + Docker</vt:lpstr>
      <vt:lpstr>Керування Docker через Ansible </vt:lpstr>
      <vt:lpstr>PowerPoint Presentation</vt:lpstr>
      <vt:lpstr>PowerPoint Presentation</vt:lpstr>
      <vt:lpstr>Приклад Ansible playbook</vt:lpstr>
      <vt:lpstr>Основні docker-модулі в Ansible</vt:lpstr>
      <vt:lpstr>Модулі docker_container та docker_image в Ansible</vt:lpstr>
      <vt:lpstr>Запуск docker_container, docker_image</vt:lpstr>
      <vt:lpstr>Практика: запуск контейнерів з Ansible</vt:lpstr>
      <vt:lpstr>Практика: запуск контейнерів з Ansible</vt:lpstr>
      <vt:lpstr>Практика: запуск контейнерів з Ansible</vt:lpstr>
      <vt:lpstr>Що таке CI/CD?</vt:lpstr>
      <vt:lpstr>CI/CD</vt:lpstr>
      <vt:lpstr>PowerPoint Presentation</vt:lpstr>
      <vt:lpstr>CI/CD</vt:lpstr>
      <vt:lpstr>Приклади інтеграції CI/CD</vt:lpstr>
      <vt:lpstr>Приклади інтеграції CI/CD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Ansible</dc:title>
  <dc:creator>Обліковий запис Microsoft</dc:creator>
  <cp:lastModifiedBy>Nazar Pleskanka</cp:lastModifiedBy>
  <cp:revision>57</cp:revision>
  <dcterms:created xsi:type="dcterms:W3CDTF">2025-09-06T13:03:25Z</dcterms:created>
  <dcterms:modified xsi:type="dcterms:W3CDTF">2025-11-18T07:33:39Z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74068000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