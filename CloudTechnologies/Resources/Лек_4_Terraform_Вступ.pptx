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37" r:id="rId1"/>
  </p:sldMasterIdLst>
  <p:notesMasterIdLst>
    <p:notesMasterId r:id="rId26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1" r:id="rId13"/>
    <p:sldId id="268" r:id="rId14"/>
    <p:sldId id="269" r:id="rId15"/>
    <p:sldId id="272" r:id="rId16"/>
    <p:sldId id="273" r:id="rId17"/>
    <p:sldId id="274" r:id="rId18"/>
    <p:sldId id="275" r:id="rId19"/>
    <p:sldId id="277" r:id="rId20"/>
    <p:sldId id="278" r:id="rId21"/>
    <p:sldId id="279" r:id="rId22"/>
    <p:sldId id="280" r:id="rId23"/>
    <p:sldId id="281" r:id="rId24"/>
    <p:sldId id="282" r:id="rId25"/>
  </p:sldIdLst>
  <p:sldSz cx="9144000" cy="5143500" type="screen16x9"/>
  <p:notesSz cx="6858000" cy="9144000"/>
  <p:embeddedFontLst>
    <p:embeddedFont>
      <p:font typeface="Roboto Condensed" panose="020F0502020204030204" pitchFamily="34" charset="0"/>
      <p:regular r:id="rId27"/>
      <p:bold r:id="rId28"/>
      <p:italic r:id="rId29"/>
      <p:boldItalic r:id="rId30"/>
    </p:embeddedFont>
    <p:embeddedFont>
      <p:font typeface="Roboto Condensed Light" panose="020F0302020204030204" pitchFamily="34" charset="0"/>
      <p:regular r:id="rId31"/>
      <p:bold r:id="rId32"/>
      <p:italic r:id="rId33"/>
      <p:boldItalic r:id="rId34"/>
    </p:embeddedFont>
    <p:embeddedFont>
      <p:font typeface="Squada One" panose="02000000000000000000" pitchFamily="2" charset="0"/>
      <p:regular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7A1E131-8DC2-43BE-A9DF-36F4CBB0066C}">
  <a:tblStyle styleId="{57A1E131-8DC2-43BE-A9DF-36F4CBB0066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56" d="100"/>
          <a:sy n="156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D38B10-7513-45B0-AF8A-6AB03456E522}" type="doc">
      <dgm:prSet loTypeId="urn:microsoft.com/office/officeart/2005/8/layout/chevron2" loCatId="process" qsTypeId="urn:microsoft.com/office/officeart/2005/8/quickstyle/3d4" qsCatId="3D" csTypeId="urn:microsoft.com/office/officeart/2005/8/colors/colorful2" csCatId="colorful" phldr="1"/>
      <dgm:spPr/>
      <dgm:t>
        <a:bodyPr/>
        <a:lstStyle/>
        <a:p>
          <a:endParaRPr lang="uk-UA"/>
        </a:p>
      </dgm:t>
    </dgm:pt>
    <dgm:pt modelId="{1A3BDECF-1613-42E6-B1A9-FA8E6D776028}">
      <dgm:prSet custT="1"/>
      <dgm:spPr/>
      <dgm:t>
        <a:bodyPr/>
        <a:lstStyle/>
        <a:p>
          <a:r>
            <a:rPr lang="uk-UA" sz="18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 Condensed" panose="02000000000000000000" pitchFamily="2" charset="0"/>
              <a:ea typeface="Roboto Condensed" panose="02000000000000000000" pitchFamily="2" charset="0"/>
              <a:cs typeface="Times New Roman" panose="02020603050405020304" pitchFamily="18" charset="0"/>
            </a:rPr>
            <a:t>1</a:t>
          </a:r>
          <a:endParaRPr lang="uk-UA" sz="18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Roboto Condensed" panose="02000000000000000000" pitchFamily="2" charset="0"/>
            <a:ea typeface="Roboto Condensed" panose="02000000000000000000" pitchFamily="2" charset="0"/>
            <a:cs typeface="Times New Roman" panose="02020603050405020304" pitchFamily="18" charset="0"/>
          </a:endParaRPr>
        </a:p>
      </dgm:t>
    </dgm:pt>
    <dgm:pt modelId="{F1A7A7CD-CA28-4E38-9224-2F4B90F2AA83}" type="parTrans" cxnId="{98AD80BF-6866-40BC-9441-FD3F33CAE024}">
      <dgm:prSet/>
      <dgm:spPr/>
      <dgm:t>
        <a:bodyPr/>
        <a:lstStyle/>
        <a:p>
          <a:endParaRPr lang="uk-UA"/>
        </a:p>
      </dgm:t>
    </dgm:pt>
    <dgm:pt modelId="{9C980D64-2CC1-49E1-B40A-04879C611EE5}" type="sibTrans" cxnId="{98AD80BF-6866-40BC-9441-FD3F33CAE024}">
      <dgm:prSet/>
      <dgm:spPr/>
      <dgm:t>
        <a:bodyPr/>
        <a:lstStyle/>
        <a:p>
          <a:endParaRPr lang="uk-UA"/>
        </a:p>
      </dgm:t>
    </dgm:pt>
    <dgm:pt modelId="{BAD8B644-570F-41D4-A1B7-E3564310CD8A}">
      <dgm:prSet custT="1"/>
      <dgm:spPr/>
      <dgm:t>
        <a:bodyPr/>
        <a:lstStyle/>
        <a:p>
          <a:r>
            <a:rPr lang="uk-UA" sz="18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 Condensed" panose="02000000000000000000" pitchFamily="2" charset="0"/>
              <a:ea typeface="Roboto Condensed" panose="02000000000000000000" pitchFamily="2" charset="0"/>
              <a:cs typeface="Times New Roman" panose="02020603050405020304" pitchFamily="18" charset="0"/>
            </a:rPr>
            <a:t>2</a:t>
          </a:r>
          <a:endParaRPr lang="uk-UA" sz="18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Roboto Condensed" panose="02000000000000000000" pitchFamily="2" charset="0"/>
            <a:ea typeface="Roboto Condensed" panose="02000000000000000000" pitchFamily="2" charset="0"/>
            <a:cs typeface="Times New Roman" panose="02020603050405020304" pitchFamily="18" charset="0"/>
          </a:endParaRPr>
        </a:p>
      </dgm:t>
    </dgm:pt>
    <dgm:pt modelId="{F1FD73DF-D19B-42F6-89E3-8F6D22C0AEE9}" type="parTrans" cxnId="{1E666307-5E62-4213-9F6B-6E99EEFD5AB0}">
      <dgm:prSet/>
      <dgm:spPr/>
      <dgm:t>
        <a:bodyPr/>
        <a:lstStyle/>
        <a:p>
          <a:endParaRPr lang="uk-UA"/>
        </a:p>
      </dgm:t>
    </dgm:pt>
    <dgm:pt modelId="{BF9764D9-66BA-4929-9F76-76B3B24D0464}" type="sibTrans" cxnId="{1E666307-5E62-4213-9F6B-6E99EEFD5AB0}">
      <dgm:prSet/>
      <dgm:spPr/>
      <dgm:t>
        <a:bodyPr/>
        <a:lstStyle/>
        <a:p>
          <a:endParaRPr lang="uk-UA"/>
        </a:p>
      </dgm:t>
    </dgm:pt>
    <dgm:pt modelId="{66340475-0F7A-461B-983D-3D95CD0D0718}">
      <dgm:prSet custT="1"/>
      <dgm:spPr/>
      <dgm:t>
        <a:bodyPr/>
        <a:lstStyle/>
        <a:p>
          <a:r>
            <a:rPr lang="uk-UA" sz="18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 Condensed" panose="02000000000000000000" pitchFamily="2" charset="0"/>
              <a:ea typeface="Roboto Condensed" panose="02000000000000000000" pitchFamily="2" charset="0"/>
              <a:cs typeface="Times New Roman" panose="02020603050405020304" pitchFamily="18" charset="0"/>
            </a:rPr>
            <a:t>3</a:t>
          </a:r>
          <a:endParaRPr lang="uk-UA" sz="18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Roboto Condensed" panose="02000000000000000000" pitchFamily="2" charset="0"/>
            <a:ea typeface="Roboto Condensed" panose="02000000000000000000" pitchFamily="2" charset="0"/>
            <a:cs typeface="Times New Roman" panose="02020603050405020304" pitchFamily="18" charset="0"/>
          </a:endParaRPr>
        </a:p>
      </dgm:t>
    </dgm:pt>
    <dgm:pt modelId="{B115C2BF-750E-4DBD-B280-82BFE5875399}" type="parTrans" cxnId="{45DA2C74-6565-4089-8E94-001882E4B08E}">
      <dgm:prSet/>
      <dgm:spPr/>
      <dgm:t>
        <a:bodyPr/>
        <a:lstStyle/>
        <a:p>
          <a:endParaRPr lang="uk-UA"/>
        </a:p>
      </dgm:t>
    </dgm:pt>
    <dgm:pt modelId="{7ED954A0-8B24-4FE6-A941-08D29C78C942}" type="sibTrans" cxnId="{45DA2C74-6565-4089-8E94-001882E4B08E}">
      <dgm:prSet/>
      <dgm:spPr/>
      <dgm:t>
        <a:bodyPr/>
        <a:lstStyle/>
        <a:p>
          <a:endParaRPr lang="uk-UA"/>
        </a:p>
      </dgm:t>
    </dgm:pt>
    <dgm:pt modelId="{97CF1D6B-55C4-41AA-8AAB-9E80A4351579}">
      <dgm:prSet custT="1"/>
      <dgm:spPr/>
      <dgm:t>
        <a:bodyPr/>
        <a:lstStyle/>
        <a:p>
          <a:r>
            <a:rPr lang="uk-UA" sz="18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 Condensed" panose="02000000000000000000" pitchFamily="2" charset="0"/>
              <a:ea typeface="Roboto Condensed" panose="02000000000000000000" pitchFamily="2" charset="0"/>
              <a:cs typeface="Times New Roman" panose="02020603050405020304" pitchFamily="18" charset="0"/>
            </a:rPr>
            <a:t>4</a:t>
          </a:r>
          <a:endParaRPr lang="uk-UA" sz="18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Roboto Condensed" panose="02000000000000000000" pitchFamily="2" charset="0"/>
            <a:ea typeface="Roboto Condensed" panose="02000000000000000000" pitchFamily="2" charset="0"/>
            <a:cs typeface="Times New Roman" panose="02020603050405020304" pitchFamily="18" charset="0"/>
          </a:endParaRPr>
        </a:p>
      </dgm:t>
    </dgm:pt>
    <dgm:pt modelId="{68810F95-39DE-406A-99B4-E7E73212D35A}" type="parTrans" cxnId="{E500B2F3-5E91-4D59-8828-84DB1D92368D}">
      <dgm:prSet/>
      <dgm:spPr/>
      <dgm:t>
        <a:bodyPr/>
        <a:lstStyle/>
        <a:p>
          <a:endParaRPr lang="uk-UA"/>
        </a:p>
      </dgm:t>
    </dgm:pt>
    <dgm:pt modelId="{44767565-C169-4ADE-A2CD-49FAB86E8C07}" type="sibTrans" cxnId="{E500B2F3-5E91-4D59-8828-84DB1D92368D}">
      <dgm:prSet/>
      <dgm:spPr/>
      <dgm:t>
        <a:bodyPr/>
        <a:lstStyle/>
        <a:p>
          <a:endParaRPr lang="uk-UA"/>
        </a:p>
      </dgm:t>
    </dgm:pt>
    <dgm:pt modelId="{96D73B65-0497-42CE-AD59-C29829ED48B2}">
      <dgm:prSet/>
      <dgm:spPr/>
      <dgm:t>
        <a:bodyPr/>
        <a:lstStyle/>
        <a:p>
          <a:r>
            <a:rPr lang="uk-UA" b="1" dirty="0">
              <a:latin typeface="Times New Roman" panose="02020603050405020304" pitchFamily="18" charset="0"/>
              <a:ea typeface="Roboto Condensed" panose="02000000000000000000" pitchFamily="2" charset="0"/>
              <a:cs typeface="Times New Roman" panose="02020603050405020304" pitchFamily="18" charset="0"/>
            </a:rPr>
            <a:t>Що таке </a:t>
          </a:r>
          <a:r>
            <a:rPr lang="en-GB" b="1" dirty="0">
              <a:latin typeface="Times New Roman" panose="02020603050405020304" pitchFamily="18" charset="0"/>
              <a:ea typeface="Roboto Condensed" panose="02000000000000000000" pitchFamily="2" charset="0"/>
              <a:cs typeface="Times New Roman" panose="02020603050405020304" pitchFamily="18" charset="0"/>
            </a:rPr>
            <a:t>Terraform</a:t>
          </a:r>
          <a:endParaRPr lang="uk-UA" b="1" dirty="0">
            <a:latin typeface="Times New Roman" panose="02020603050405020304" pitchFamily="18" charset="0"/>
            <a:ea typeface="Roboto Condensed" panose="02000000000000000000" pitchFamily="2" charset="0"/>
            <a:cs typeface="Times New Roman" panose="02020603050405020304" pitchFamily="18" charset="0"/>
          </a:endParaRPr>
        </a:p>
      </dgm:t>
    </dgm:pt>
    <dgm:pt modelId="{51DBB061-F398-46F5-BA51-4A356BCD8F66}" type="parTrans" cxnId="{F5F2E9D6-6EE7-4825-ABA7-65BECC4474FD}">
      <dgm:prSet/>
      <dgm:spPr/>
      <dgm:t>
        <a:bodyPr/>
        <a:lstStyle/>
        <a:p>
          <a:endParaRPr lang="uk-UA"/>
        </a:p>
      </dgm:t>
    </dgm:pt>
    <dgm:pt modelId="{871E496A-7D22-4F20-99AE-1DA88C2A693D}" type="sibTrans" cxnId="{F5F2E9D6-6EE7-4825-ABA7-65BECC4474FD}">
      <dgm:prSet/>
      <dgm:spPr/>
      <dgm:t>
        <a:bodyPr/>
        <a:lstStyle/>
        <a:p>
          <a:endParaRPr lang="uk-UA"/>
        </a:p>
      </dgm:t>
    </dgm:pt>
    <dgm:pt modelId="{03F9A642-4169-43F7-BC4D-C235EED16BCF}">
      <dgm:prSet/>
      <dgm:spPr/>
      <dgm:t>
        <a:bodyPr/>
        <a:lstStyle/>
        <a:p>
          <a:r>
            <a:rPr lang="uk-UA" b="1" dirty="0">
              <a:latin typeface="Times New Roman" panose="02020603050405020304" pitchFamily="18" charset="0"/>
              <a:ea typeface="Roboto Condensed" panose="02000000000000000000" pitchFamily="2" charset="0"/>
              <a:cs typeface="Times New Roman" panose="02020603050405020304" pitchFamily="18" charset="0"/>
            </a:rPr>
            <a:t>Провайдери, ресурси, </a:t>
          </a:r>
          <a:r>
            <a:rPr lang="en-GB" b="1" dirty="0">
              <a:latin typeface="Times New Roman" panose="02020603050405020304" pitchFamily="18" charset="0"/>
              <a:ea typeface="Roboto Condensed" panose="02000000000000000000" pitchFamily="2" charset="0"/>
              <a:cs typeface="Times New Roman" panose="02020603050405020304" pitchFamily="18" charset="0"/>
            </a:rPr>
            <a:t>HCL</a:t>
          </a:r>
          <a:endParaRPr lang="uk-UA" b="1" dirty="0">
            <a:latin typeface="Times New Roman" panose="02020603050405020304" pitchFamily="18" charset="0"/>
            <a:ea typeface="Roboto Condensed" panose="02000000000000000000" pitchFamily="2" charset="0"/>
            <a:cs typeface="Times New Roman" panose="02020603050405020304" pitchFamily="18" charset="0"/>
          </a:endParaRPr>
        </a:p>
      </dgm:t>
    </dgm:pt>
    <dgm:pt modelId="{A491C4A9-C231-42DF-90E2-C5D61F055398}" type="parTrans" cxnId="{C71E0B75-8C27-4194-8E40-91F5E9286B82}">
      <dgm:prSet/>
      <dgm:spPr/>
      <dgm:t>
        <a:bodyPr/>
        <a:lstStyle/>
        <a:p>
          <a:endParaRPr lang="uk-UA"/>
        </a:p>
      </dgm:t>
    </dgm:pt>
    <dgm:pt modelId="{1F8B6F25-C362-485F-A100-92A3B9F2C9A8}" type="sibTrans" cxnId="{C71E0B75-8C27-4194-8E40-91F5E9286B82}">
      <dgm:prSet/>
      <dgm:spPr/>
      <dgm:t>
        <a:bodyPr/>
        <a:lstStyle/>
        <a:p>
          <a:endParaRPr lang="uk-UA"/>
        </a:p>
      </dgm:t>
    </dgm:pt>
    <dgm:pt modelId="{69EC5C63-3010-4AD0-957F-C328A426341F}">
      <dgm:prSet/>
      <dgm:spPr/>
      <dgm:t>
        <a:bodyPr/>
        <a:lstStyle/>
        <a:p>
          <a:r>
            <a:rPr lang="uk-UA" b="1" dirty="0" err="1">
              <a:latin typeface="Times New Roman" panose="02020603050405020304" pitchFamily="18" charset="0"/>
              <a:ea typeface="Roboto Condensed" panose="02000000000000000000" pitchFamily="2" charset="0"/>
              <a:cs typeface="Times New Roman" panose="02020603050405020304" pitchFamily="18" charset="0"/>
            </a:rPr>
            <a:t>Стейт</a:t>
          </a:r>
          <a:r>
            <a:rPr lang="uk-UA" b="1" dirty="0">
              <a:latin typeface="Times New Roman" panose="02020603050405020304" pitchFamily="18" charset="0"/>
              <a:ea typeface="Roboto Condensed" panose="02000000000000000000" pitchFamily="2" charset="0"/>
              <a:cs typeface="Times New Roman" panose="02020603050405020304" pitchFamily="18" charset="0"/>
            </a:rPr>
            <a:t> і його роль</a:t>
          </a:r>
        </a:p>
      </dgm:t>
    </dgm:pt>
    <dgm:pt modelId="{C19FC242-92E8-42D3-BED0-1519D6DEBB99}" type="parTrans" cxnId="{EB32037F-C538-4FAF-8616-24320C9A08D6}">
      <dgm:prSet/>
      <dgm:spPr/>
      <dgm:t>
        <a:bodyPr/>
        <a:lstStyle/>
        <a:p>
          <a:endParaRPr lang="uk-UA"/>
        </a:p>
      </dgm:t>
    </dgm:pt>
    <dgm:pt modelId="{4242B0EB-9E4A-4B15-A4C8-492E9671B564}" type="sibTrans" cxnId="{EB32037F-C538-4FAF-8616-24320C9A08D6}">
      <dgm:prSet/>
      <dgm:spPr/>
      <dgm:t>
        <a:bodyPr/>
        <a:lstStyle/>
        <a:p>
          <a:endParaRPr lang="uk-UA"/>
        </a:p>
      </dgm:t>
    </dgm:pt>
    <dgm:pt modelId="{01C0EEA3-B159-4CCC-9275-8072FE7C57FE}">
      <dgm:prSet/>
      <dgm:spPr/>
      <dgm:t>
        <a:bodyPr/>
        <a:lstStyle/>
        <a:p>
          <a:r>
            <a:rPr lang="uk-UA" b="1" dirty="0">
              <a:latin typeface="Times New Roman" panose="02020603050405020304" pitchFamily="18" charset="0"/>
              <a:ea typeface="Roboto Condensed" panose="02000000000000000000" pitchFamily="2" charset="0"/>
              <a:cs typeface="Times New Roman" panose="02020603050405020304" pitchFamily="18" charset="0"/>
            </a:rPr>
            <a:t>Приклад: створення </a:t>
          </a:r>
          <a:r>
            <a:rPr lang="en-GB" b="1" dirty="0">
              <a:latin typeface="Times New Roman" panose="02020603050405020304" pitchFamily="18" charset="0"/>
              <a:ea typeface="Roboto Condensed" panose="02000000000000000000" pitchFamily="2" charset="0"/>
              <a:cs typeface="Times New Roman" panose="02020603050405020304" pitchFamily="18" charset="0"/>
            </a:rPr>
            <a:t>VM </a:t>
          </a:r>
          <a:r>
            <a:rPr lang="uk-UA" b="1" dirty="0">
              <a:latin typeface="Times New Roman" panose="02020603050405020304" pitchFamily="18" charset="0"/>
              <a:ea typeface="Roboto Condensed" panose="02000000000000000000" pitchFamily="2" charset="0"/>
              <a:cs typeface="Times New Roman" panose="02020603050405020304" pitchFamily="18" charset="0"/>
            </a:rPr>
            <a:t>або контейнера</a:t>
          </a:r>
        </a:p>
      </dgm:t>
    </dgm:pt>
    <dgm:pt modelId="{7D891D2E-C311-4959-8C33-65E557BDD572}" type="parTrans" cxnId="{BE88C9D5-3949-40F2-845D-183412A62513}">
      <dgm:prSet/>
      <dgm:spPr/>
      <dgm:t>
        <a:bodyPr/>
        <a:lstStyle/>
        <a:p>
          <a:endParaRPr lang="uk-UA"/>
        </a:p>
      </dgm:t>
    </dgm:pt>
    <dgm:pt modelId="{1811CA98-966B-4EF2-8C7C-7502A1D0A908}" type="sibTrans" cxnId="{BE88C9D5-3949-40F2-845D-183412A62513}">
      <dgm:prSet/>
      <dgm:spPr/>
      <dgm:t>
        <a:bodyPr/>
        <a:lstStyle/>
        <a:p>
          <a:endParaRPr lang="uk-UA"/>
        </a:p>
      </dgm:t>
    </dgm:pt>
    <dgm:pt modelId="{F8827E30-5AC3-49DA-83F2-7B27F1D8F529}" type="pres">
      <dgm:prSet presAssocID="{52D38B10-7513-45B0-AF8A-6AB03456E522}" presName="linearFlow" presStyleCnt="0">
        <dgm:presLayoutVars>
          <dgm:dir/>
          <dgm:animLvl val="lvl"/>
          <dgm:resizeHandles val="exact"/>
        </dgm:presLayoutVars>
      </dgm:prSet>
      <dgm:spPr/>
    </dgm:pt>
    <dgm:pt modelId="{EAABE826-9EE0-4BCD-93E6-EE6877DB948F}" type="pres">
      <dgm:prSet presAssocID="{1A3BDECF-1613-42E6-B1A9-FA8E6D776028}" presName="composite" presStyleCnt="0"/>
      <dgm:spPr/>
    </dgm:pt>
    <dgm:pt modelId="{715A90AB-E1B3-463E-8315-BD2C743599E0}" type="pres">
      <dgm:prSet presAssocID="{1A3BDECF-1613-42E6-B1A9-FA8E6D776028}" presName="parentText" presStyleLbl="alignNode1" presStyleIdx="0" presStyleCnt="4" custLinFactNeighborY="0">
        <dgm:presLayoutVars>
          <dgm:chMax val="1"/>
          <dgm:bulletEnabled val="1"/>
        </dgm:presLayoutVars>
      </dgm:prSet>
      <dgm:spPr/>
    </dgm:pt>
    <dgm:pt modelId="{E08C46D7-332A-4313-99F3-F8F444DA5869}" type="pres">
      <dgm:prSet presAssocID="{1A3BDECF-1613-42E6-B1A9-FA8E6D776028}" presName="descendantText" presStyleLbl="alignAcc1" presStyleIdx="0" presStyleCnt="4" custLinFactNeighborY="0">
        <dgm:presLayoutVars>
          <dgm:bulletEnabled val="1"/>
        </dgm:presLayoutVars>
      </dgm:prSet>
      <dgm:spPr/>
    </dgm:pt>
    <dgm:pt modelId="{6CA0E3DB-CD4F-49AA-A361-CF88A7D9F7A4}" type="pres">
      <dgm:prSet presAssocID="{9C980D64-2CC1-49E1-B40A-04879C611EE5}" presName="sp" presStyleCnt="0"/>
      <dgm:spPr/>
    </dgm:pt>
    <dgm:pt modelId="{FCA6E94D-70AC-4301-A385-0BC53CFA3346}" type="pres">
      <dgm:prSet presAssocID="{BAD8B644-570F-41D4-A1B7-E3564310CD8A}" presName="composite" presStyleCnt="0"/>
      <dgm:spPr/>
    </dgm:pt>
    <dgm:pt modelId="{AF24E209-CE0E-423D-BC4E-E61A5F208726}" type="pres">
      <dgm:prSet presAssocID="{BAD8B644-570F-41D4-A1B7-E3564310CD8A}" presName="parentText" presStyleLbl="alignNode1" presStyleIdx="1" presStyleCnt="4" custLinFactNeighborY="0">
        <dgm:presLayoutVars>
          <dgm:chMax val="1"/>
          <dgm:bulletEnabled val="1"/>
        </dgm:presLayoutVars>
      </dgm:prSet>
      <dgm:spPr/>
    </dgm:pt>
    <dgm:pt modelId="{2CD585D5-C522-4423-9533-F16CF0C5C21E}" type="pres">
      <dgm:prSet presAssocID="{BAD8B644-570F-41D4-A1B7-E3564310CD8A}" presName="descendantText" presStyleLbl="alignAcc1" presStyleIdx="1" presStyleCnt="4" custLinFactNeighborY="0">
        <dgm:presLayoutVars>
          <dgm:bulletEnabled val="1"/>
        </dgm:presLayoutVars>
      </dgm:prSet>
      <dgm:spPr/>
    </dgm:pt>
    <dgm:pt modelId="{B9649C04-9A37-4109-9687-336ED081B0A9}" type="pres">
      <dgm:prSet presAssocID="{BF9764D9-66BA-4929-9F76-76B3B24D0464}" presName="sp" presStyleCnt="0"/>
      <dgm:spPr/>
    </dgm:pt>
    <dgm:pt modelId="{D1BF6477-C8FF-4252-B9B7-F8429E35196D}" type="pres">
      <dgm:prSet presAssocID="{66340475-0F7A-461B-983D-3D95CD0D0718}" presName="composite" presStyleCnt="0"/>
      <dgm:spPr/>
    </dgm:pt>
    <dgm:pt modelId="{1FB27423-32B5-4BCA-94ED-6F68057358B2}" type="pres">
      <dgm:prSet presAssocID="{66340475-0F7A-461B-983D-3D95CD0D0718}" presName="parentText" presStyleLbl="alignNode1" presStyleIdx="2" presStyleCnt="4" custLinFactNeighborY="0">
        <dgm:presLayoutVars>
          <dgm:chMax val="1"/>
          <dgm:bulletEnabled val="1"/>
        </dgm:presLayoutVars>
      </dgm:prSet>
      <dgm:spPr/>
    </dgm:pt>
    <dgm:pt modelId="{FA79F1AB-1361-441C-8AA5-5CABEF3FDD6F}" type="pres">
      <dgm:prSet presAssocID="{66340475-0F7A-461B-983D-3D95CD0D0718}" presName="descendantText" presStyleLbl="alignAcc1" presStyleIdx="2" presStyleCnt="4" custLinFactNeighborY="0">
        <dgm:presLayoutVars>
          <dgm:bulletEnabled val="1"/>
        </dgm:presLayoutVars>
      </dgm:prSet>
      <dgm:spPr/>
    </dgm:pt>
    <dgm:pt modelId="{2219DC08-F65E-4278-9581-F9E19D31B656}" type="pres">
      <dgm:prSet presAssocID="{7ED954A0-8B24-4FE6-A941-08D29C78C942}" presName="sp" presStyleCnt="0"/>
      <dgm:spPr/>
    </dgm:pt>
    <dgm:pt modelId="{FD2A1061-FE2E-46AF-B6BF-B0787A26CF11}" type="pres">
      <dgm:prSet presAssocID="{97CF1D6B-55C4-41AA-8AAB-9E80A4351579}" presName="composite" presStyleCnt="0"/>
      <dgm:spPr/>
    </dgm:pt>
    <dgm:pt modelId="{2F1598EC-99D5-4D65-B1E7-CF16523AEE48}" type="pres">
      <dgm:prSet presAssocID="{97CF1D6B-55C4-41AA-8AAB-9E80A4351579}" presName="parentText" presStyleLbl="alignNode1" presStyleIdx="3" presStyleCnt="4" custLinFactNeighborY="0">
        <dgm:presLayoutVars>
          <dgm:chMax val="1"/>
          <dgm:bulletEnabled val="1"/>
        </dgm:presLayoutVars>
      </dgm:prSet>
      <dgm:spPr/>
    </dgm:pt>
    <dgm:pt modelId="{13B5D1C4-E87B-4783-81F1-0D8FDF8F2FB5}" type="pres">
      <dgm:prSet presAssocID="{97CF1D6B-55C4-41AA-8AAB-9E80A4351579}" presName="descendantText" presStyleLbl="alignAcc1" presStyleIdx="3" presStyleCnt="4" custLinFactNeighborY="0">
        <dgm:presLayoutVars>
          <dgm:bulletEnabled val="1"/>
        </dgm:presLayoutVars>
      </dgm:prSet>
      <dgm:spPr/>
    </dgm:pt>
  </dgm:ptLst>
  <dgm:cxnLst>
    <dgm:cxn modelId="{1E666307-5E62-4213-9F6B-6E99EEFD5AB0}" srcId="{52D38B10-7513-45B0-AF8A-6AB03456E522}" destId="{BAD8B644-570F-41D4-A1B7-E3564310CD8A}" srcOrd="1" destOrd="0" parTransId="{F1FD73DF-D19B-42F6-89E3-8F6D22C0AEE9}" sibTransId="{BF9764D9-66BA-4929-9F76-76B3B24D0464}"/>
    <dgm:cxn modelId="{748A7D0A-B721-410A-8817-E40D2A906BEC}" type="presOf" srcId="{03F9A642-4169-43F7-BC4D-C235EED16BCF}" destId="{2CD585D5-C522-4423-9533-F16CF0C5C21E}" srcOrd="0" destOrd="0" presId="urn:microsoft.com/office/officeart/2005/8/layout/chevron2"/>
    <dgm:cxn modelId="{8B0DF645-1701-474C-9211-7D710CB9DF66}" type="presOf" srcId="{52D38B10-7513-45B0-AF8A-6AB03456E522}" destId="{F8827E30-5AC3-49DA-83F2-7B27F1D8F529}" srcOrd="0" destOrd="0" presId="urn:microsoft.com/office/officeart/2005/8/layout/chevron2"/>
    <dgm:cxn modelId="{C252D24E-B206-4F22-982F-79272510FD13}" type="presOf" srcId="{97CF1D6B-55C4-41AA-8AAB-9E80A4351579}" destId="{2F1598EC-99D5-4D65-B1E7-CF16523AEE48}" srcOrd="0" destOrd="0" presId="urn:microsoft.com/office/officeart/2005/8/layout/chevron2"/>
    <dgm:cxn modelId="{730B2D59-9088-4C4A-8A47-61E9E5081C56}" type="presOf" srcId="{01C0EEA3-B159-4CCC-9275-8072FE7C57FE}" destId="{13B5D1C4-E87B-4783-81F1-0D8FDF8F2FB5}" srcOrd="0" destOrd="0" presId="urn:microsoft.com/office/officeart/2005/8/layout/chevron2"/>
    <dgm:cxn modelId="{55D60667-B602-4F09-BEC1-00CA060C2BDD}" type="presOf" srcId="{69EC5C63-3010-4AD0-957F-C328A426341F}" destId="{FA79F1AB-1361-441C-8AA5-5CABEF3FDD6F}" srcOrd="0" destOrd="0" presId="urn:microsoft.com/office/officeart/2005/8/layout/chevron2"/>
    <dgm:cxn modelId="{45DA2C74-6565-4089-8E94-001882E4B08E}" srcId="{52D38B10-7513-45B0-AF8A-6AB03456E522}" destId="{66340475-0F7A-461B-983D-3D95CD0D0718}" srcOrd="2" destOrd="0" parTransId="{B115C2BF-750E-4DBD-B280-82BFE5875399}" sibTransId="{7ED954A0-8B24-4FE6-A941-08D29C78C942}"/>
    <dgm:cxn modelId="{C71E0B75-8C27-4194-8E40-91F5E9286B82}" srcId="{BAD8B644-570F-41D4-A1B7-E3564310CD8A}" destId="{03F9A642-4169-43F7-BC4D-C235EED16BCF}" srcOrd="0" destOrd="0" parTransId="{A491C4A9-C231-42DF-90E2-C5D61F055398}" sibTransId="{1F8B6F25-C362-485F-A100-92A3B9F2C9A8}"/>
    <dgm:cxn modelId="{EB32037F-C538-4FAF-8616-24320C9A08D6}" srcId="{66340475-0F7A-461B-983D-3D95CD0D0718}" destId="{69EC5C63-3010-4AD0-957F-C328A426341F}" srcOrd="0" destOrd="0" parTransId="{C19FC242-92E8-42D3-BED0-1519D6DEBB99}" sibTransId="{4242B0EB-9E4A-4B15-A4C8-492E9671B564}"/>
    <dgm:cxn modelId="{08D9309C-B0CF-4942-85E5-CC4628CBDC58}" type="presOf" srcId="{1A3BDECF-1613-42E6-B1A9-FA8E6D776028}" destId="{715A90AB-E1B3-463E-8315-BD2C743599E0}" srcOrd="0" destOrd="0" presId="urn:microsoft.com/office/officeart/2005/8/layout/chevron2"/>
    <dgm:cxn modelId="{1D03F7A2-90EC-4659-A6E7-F1A163A948CD}" type="presOf" srcId="{BAD8B644-570F-41D4-A1B7-E3564310CD8A}" destId="{AF24E209-CE0E-423D-BC4E-E61A5F208726}" srcOrd="0" destOrd="0" presId="urn:microsoft.com/office/officeart/2005/8/layout/chevron2"/>
    <dgm:cxn modelId="{ACF736B5-C130-4646-A84E-4D1AF7A92E09}" type="presOf" srcId="{66340475-0F7A-461B-983D-3D95CD0D0718}" destId="{1FB27423-32B5-4BCA-94ED-6F68057358B2}" srcOrd="0" destOrd="0" presId="urn:microsoft.com/office/officeart/2005/8/layout/chevron2"/>
    <dgm:cxn modelId="{98AD80BF-6866-40BC-9441-FD3F33CAE024}" srcId="{52D38B10-7513-45B0-AF8A-6AB03456E522}" destId="{1A3BDECF-1613-42E6-B1A9-FA8E6D776028}" srcOrd="0" destOrd="0" parTransId="{F1A7A7CD-CA28-4E38-9224-2F4B90F2AA83}" sibTransId="{9C980D64-2CC1-49E1-B40A-04879C611EE5}"/>
    <dgm:cxn modelId="{BE88C9D5-3949-40F2-845D-183412A62513}" srcId="{97CF1D6B-55C4-41AA-8AAB-9E80A4351579}" destId="{01C0EEA3-B159-4CCC-9275-8072FE7C57FE}" srcOrd="0" destOrd="0" parTransId="{7D891D2E-C311-4959-8C33-65E557BDD572}" sibTransId="{1811CA98-966B-4EF2-8C7C-7502A1D0A908}"/>
    <dgm:cxn modelId="{F5F2E9D6-6EE7-4825-ABA7-65BECC4474FD}" srcId="{1A3BDECF-1613-42E6-B1A9-FA8E6D776028}" destId="{96D73B65-0497-42CE-AD59-C29829ED48B2}" srcOrd="0" destOrd="0" parTransId="{51DBB061-F398-46F5-BA51-4A356BCD8F66}" sibTransId="{871E496A-7D22-4F20-99AE-1DA88C2A693D}"/>
    <dgm:cxn modelId="{A00FDAE7-3E5A-48DD-B80E-F8CD5DCA2390}" type="presOf" srcId="{96D73B65-0497-42CE-AD59-C29829ED48B2}" destId="{E08C46D7-332A-4313-99F3-F8F444DA5869}" srcOrd="0" destOrd="0" presId="urn:microsoft.com/office/officeart/2005/8/layout/chevron2"/>
    <dgm:cxn modelId="{E500B2F3-5E91-4D59-8828-84DB1D92368D}" srcId="{52D38B10-7513-45B0-AF8A-6AB03456E522}" destId="{97CF1D6B-55C4-41AA-8AAB-9E80A4351579}" srcOrd="3" destOrd="0" parTransId="{68810F95-39DE-406A-99B4-E7E73212D35A}" sibTransId="{44767565-C169-4ADE-A2CD-49FAB86E8C07}"/>
    <dgm:cxn modelId="{BE275702-B1FA-4811-8D2F-C011003395DF}" type="presParOf" srcId="{F8827E30-5AC3-49DA-83F2-7B27F1D8F529}" destId="{EAABE826-9EE0-4BCD-93E6-EE6877DB948F}" srcOrd="0" destOrd="0" presId="urn:microsoft.com/office/officeart/2005/8/layout/chevron2"/>
    <dgm:cxn modelId="{9F9032A1-9277-414B-91C0-234427379131}" type="presParOf" srcId="{EAABE826-9EE0-4BCD-93E6-EE6877DB948F}" destId="{715A90AB-E1B3-463E-8315-BD2C743599E0}" srcOrd="0" destOrd="0" presId="urn:microsoft.com/office/officeart/2005/8/layout/chevron2"/>
    <dgm:cxn modelId="{01863A82-516F-4523-81FF-68E7D13A385A}" type="presParOf" srcId="{EAABE826-9EE0-4BCD-93E6-EE6877DB948F}" destId="{E08C46D7-332A-4313-99F3-F8F444DA5869}" srcOrd="1" destOrd="0" presId="urn:microsoft.com/office/officeart/2005/8/layout/chevron2"/>
    <dgm:cxn modelId="{D1478576-1165-4C8E-A2C9-3F123CC36D16}" type="presParOf" srcId="{F8827E30-5AC3-49DA-83F2-7B27F1D8F529}" destId="{6CA0E3DB-CD4F-49AA-A361-CF88A7D9F7A4}" srcOrd="1" destOrd="0" presId="urn:microsoft.com/office/officeart/2005/8/layout/chevron2"/>
    <dgm:cxn modelId="{E31D726A-49E2-47BF-9250-77A4FA97EE80}" type="presParOf" srcId="{F8827E30-5AC3-49DA-83F2-7B27F1D8F529}" destId="{FCA6E94D-70AC-4301-A385-0BC53CFA3346}" srcOrd="2" destOrd="0" presId="urn:microsoft.com/office/officeart/2005/8/layout/chevron2"/>
    <dgm:cxn modelId="{7ACB2E10-E293-4797-B3FD-7BDAAF53A33C}" type="presParOf" srcId="{FCA6E94D-70AC-4301-A385-0BC53CFA3346}" destId="{AF24E209-CE0E-423D-BC4E-E61A5F208726}" srcOrd="0" destOrd="0" presId="urn:microsoft.com/office/officeart/2005/8/layout/chevron2"/>
    <dgm:cxn modelId="{A57EE17E-FB67-4C84-84DF-270B8FEB10FF}" type="presParOf" srcId="{FCA6E94D-70AC-4301-A385-0BC53CFA3346}" destId="{2CD585D5-C522-4423-9533-F16CF0C5C21E}" srcOrd="1" destOrd="0" presId="urn:microsoft.com/office/officeart/2005/8/layout/chevron2"/>
    <dgm:cxn modelId="{01EEF1AE-79E3-4C4A-9D54-99A8ABD0CE07}" type="presParOf" srcId="{F8827E30-5AC3-49DA-83F2-7B27F1D8F529}" destId="{B9649C04-9A37-4109-9687-336ED081B0A9}" srcOrd="3" destOrd="0" presId="urn:microsoft.com/office/officeart/2005/8/layout/chevron2"/>
    <dgm:cxn modelId="{CB959ECC-BDD1-4DBD-B47F-3EFAF0326837}" type="presParOf" srcId="{F8827E30-5AC3-49DA-83F2-7B27F1D8F529}" destId="{D1BF6477-C8FF-4252-B9B7-F8429E35196D}" srcOrd="4" destOrd="0" presId="urn:microsoft.com/office/officeart/2005/8/layout/chevron2"/>
    <dgm:cxn modelId="{AA97D848-C95D-44E9-8955-6C7BFE8F32DE}" type="presParOf" srcId="{D1BF6477-C8FF-4252-B9B7-F8429E35196D}" destId="{1FB27423-32B5-4BCA-94ED-6F68057358B2}" srcOrd="0" destOrd="0" presId="urn:microsoft.com/office/officeart/2005/8/layout/chevron2"/>
    <dgm:cxn modelId="{8623A522-2FE4-424F-BDE1-5CBA5B31B729}" type="presParOf" srcId="{D1BF6477-C8FF-4252-B9B7-F8429E35196D}" destId="{FA79F1AB-1361-441C-8AA5-5CABEF3FDD6F}" srcOrd="1" destOrd="0" presId="urn:microsoft.com/office/officeart/2005/8/layout/chevron2"/>
    <dgm:cxn modelId="{10338C9B-CE64-4343-9383-6AC311E5A48F}" type="presParOf" srcId="{F8827E30-5AC3-49DA-83F2-7B27F1D8F529}" destId="{2219DC08-F65E-4278-9581-F9E19D31B656}" srcOrd="5" destOrd="0" presId="urn:microsoft.com/office/officeart/2005/8/layout/chevron2"/>
    <dgm:cxn modelId="{E692AC47-D188-4AA0-A1BF-7F952CD0133E}" type="presParOf" srcId="{F8827E30-5AC3-49DA-83F2-7B27F1D8F529}" destId="{FD2A1061-FE2E-46AF-B6BF-B0787A26CF11}" srcOrd="6" destOrd="0" presId="urn:microsoft.com/office/officeart/2005/8/layout/chevron2"/>
    <dgm:cxn modelId="{593E2D5D-9DC9-42DD-9843-B7F78FE9E333}" type="presParOf" srcId="{FD2A1061-FE2E-46AF-B6BF-B0787A26CF11}" destId="{2F1598EC-99D5-4D65-B1E7-CF16523AEE48}" srcOrd="0" destOrd="0" presId="urn:microsoft.com/office/officeart/2005/8/layout/chevron2"/>
    <dgm:cxn modelId="{C5AFCCC1-66E8-408F-B57C-056672A445FE}" type="presParOf" srcId="{FD2A1061-FE2E-46AF-B6BF-B0787A26CF11}" destId="{13B5D1C4-E87B-4783-81F1-0D8FDF8F2FB5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04A46DC-3CC3-45A8-A68F-DD682F7504A8}" type="doc">
      <dgm:prSet loTypeId="urn:microsoft.com/office/officeart/2005/8/layout/pyramid1" loCatId="pyramid" qsTypeId="urn:microsoft.com/office/officeart/2005/8/quickstyle/simple1" qsCatId="simple" csTypeId="urn:microsoft.com/office/officeart/2005/8/colors/accent3_5" csCatId="accent3" phldr="1"/>
      <dgm:spPr/>
    </dgm:pt>
    <dgm:pt modelId="{AC121ACD-6BC4-4A68-AD6E-2A37DFD4461C}">
      <dgm:prSet phldrT="[Текст]"/>
      <dgm:spPr/>
      <dgm:t>
        <a:bodyPr/>
        <a:lstStyle/>
        <a:p>
          <a:r>
            <a:rPr lang="uk-UA" dirty="0"/>
            <a:t>Провайдер</a:t>
          </a:r>
        </a:p>
      </dgm:t>
    </dgm:pt>
    <dgm:pt modelId="{EE3B184B-ECFB-4C0E-8FCC-2B06E4909E58}" type="parTrans" cxnId="{D30D1E3D-7E19-4559-8278-BDF73CCE46EC}">
      <dgm:prSet/>
      <dgm:spPr/>
      <dgm:t>
        <a:bodyPr/>
        <a:lstStyle/>
        <a:p>
          <a:endParaRPr lang="uk-UA"/>
        </a:p>
      </dgm:t>
    </dgm:pt>
    <dgm:pt modelId="{EA28AB65-B04D-4819-8468-1D906A553D11}" type="sibTrans" cxnId="{D30D1E3D-7E19-4559-8278-BDF73CCE46EC}">
      <dgm:prSet/>
      <dgm:spPr/>
      <dgm:t>
        <a:bodyPr/>
        <a:lstStyle/>
        <a:p>
          <a:endParaRPr lang="uk-UA"/>
        </a:p>
      </dgm:t>
    </dgm:pt>
    <dgm:pt modelId="{B9B0FF33-A3C9-4B6F-88B9-BC319B41CB68}">
      <dgm:prSet phldrT="[Текст]"/>
      <dgm:spPr/>
      <dgm:t>
        <a:bodyPr/>
        <a:lstStyle/>
        <a:p>
          <a:r>
            <a:rPr lang="uk-UA" dirty="0"/>
            <a:t>Ресурс</a:t>
          </a:r>
        </a:p>
      </dgm:t>
    </dgm:pt>
    <dgm:pt modelId="{D19DCA8E-1E32-413E-9BEC-9A56390C96F4}" type="parTrans" cxnId="{74AD965D-76B9-4A91-BD2B-9313D655702A}">
      <dgm:prSet/>
      <dgm:spPr/>
      <dgm:t>
        <a:bodyPr/>
        <a:lstStyle/>
        <a:p>
          <a:endParaRPr lang="uk-UA"/>
        </a:p>
      </dgm:t>
    </dgm:pt>
    <dgm:pt modelId="{E45CDE5F-59CB-40DF-9214-D832F139BE0E}" type="sibTrans" cxnId="{74AD965D-76B9-4A91-BD2B-9313D655702A}">
      <dgm:prSet/>
      <dgm:spPr/>
      <dgm:t>
        <a:bodyPr/>
        <a:lstStyle/>
        <a:p>
          <a:endParaRPr lang="uk-UA"/>
        </a:p>
      </dgm:t>
    </dgm:pt>
    <dgm:pt modelId="{C0909E2E-04A0-4657-BB15-7A8FD2452C9E}">
      <dgm:prSet phldrT="[Текст]"/>
      <dgm:spPr/>
      <dgm:t>
        <a:bodyPr/>
        <a:lstStyle/>
        <a:p>
          <a:r>
            <a:rPr lang="uk-UA" dirty="0"/>
            <a:t>Змінні</a:t>
          </a:r>
        </a:p>
      </dgm:t>
    </dgm:pt>
    <dgm:pt modelId="{2A46BD4B-88A0-44B2-9A98-2F786B7F0998}" type="parTrans" cxnId="{0B12F919-FF5C-41FF-BACB-D78F10B5E53F}">
      <dgm:prSet/>
      <dgm:spPr/>
      <dgm:t>
        <a:bodyPr/>
        <a:lstStyle/>
        <a:p>
          <a:endParaRPr lang="uk-UA"/>
        </a:p>
      </dgm:t>
    </dgm:pt>
    <dgm:pt modelId="{B7C1C79B-8537-4B93-AFDA-CB3CA1ED436F}" type="sibTrans" cxnId="{0B12F919-FF5C-41FF-BACB-D78F10B5E53F}">
      <dgm:prSet/>
      <dgm:spPr/>
      <dgm:t>
        <a:bodyPr/>
        <a:lstStyle/>
        <a:p>
          <a:endParaRPr lang="uk-UA"/>
        </a:p>
      </dgm:t>
    </dgm:pt>
    <dgm:pt modelId="{B6C45F6F-5345-41D6-AC0C-05FBA383B21A}" type="pres">
      <dgm:prSet presAssocID="{804A46DC-3CC3-45A8-A68F-DD682F7504A8}" presName="Name0" presStyleCnt="0">
        <dgm:presLayoutVars>
          <dgm:dir/>
          <dgm:animLvl val="lvl"/>
          <dgm:resizeHandles val="exact"/>
        </dgm:presLayoutVars>
      </dgm:prSet>
      <dgm:spPr/>
    </dgm:pt>
    <dgm:pt modelId="{3840739C-99C3-45C0-996F-14AE9363C9C5}" type="pres">
      <dgm:prSet presAssocID="{AC121ACD-6BC4-4A68-AD6E-2A37DFD4461C}" presName="Name8" presStyleCnt="0"/>
      <dgm:spPr/>
    </dgm:pt>
    <dgm:pt modelId="{082F23F3-9BFF-4C8C-BF53-944292CB6D21}" type="pres">
      <dgm:prSet presAssocID="{AC121ACD-6BC4-4A68-AD6E-2A37DFD4461C}" presName="level" presStyleLbl="node1" presStyleIdx="0" presStyleCnt="3">
        <dgm:presLayoutVars>
          <dgm:chMax val="1"/>
          <dgm:bulletEnabled val="1"/>
        </dgm:presLayoutVars>
      </dgm:prSet>
      <dgm:spPr/>
    </dgm:pt>
    <dgm:pt modelId="{536A5370-E24D-453B-B161-38AB4D4F309D}" type="pres">
      <dgm:prSet presAssocID="{AC121ACD-6BC4-4A68-AD6E-2A37DFD4461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991700C0-20FB-4CDA-8033-961ABC788BFC}" type="pres">
      <dgm:prSet presAssocID="{B9B0FF33-A3C9-4B6F-88B9-BC319B41CB68}" presName="Name8" presStyleCnt="0"/>
      <dgm:spPr/>
    </dgm:pt>
    <dgm:pt modelId="{7A26D8DE-3D4B-43C9-8146-EF9092063B91}" type="pres">
      <dgm:prSet presAssocID="{B9B0FF33-A3C9-4B6F-88B9-BC319B41CB68}" presName="level" presStyleLbl="node1" presStyleIdx="1" presStyleCnt="3">
        <dgm:presLayoutVars>
          <dgm:chMax val="1"/>
          <dgm:bulletEnabled val="1"/>
        </dgm:presLayoutVars>
      </dgm:prSet>
      <dgm:spPr/>
    </dgm:pt>
    <dgm:pt modelId="{A500BE4F-5120-45BE-BC98-30FBEE5DF537}" type="pres">
      <dgm:prSet presAssocID="{B9B0FF33-A3C9-4B6F-88B9-BC319B41CB68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D8A22F61-F207-4C0F-8E47-477065707A5A}" type="pres">
      <dgm:prSet presAssocID="{C0909E2E-04A0-4657-BB15-7A8FD2452C9E}" presName="Name8" presStyleCnt="0"/>
      <dgm:spPr/>
    </dgm:pt>
    <dgm:pt modelId="{4900B83E-FE84-4026-B5B3-028BA9ADB909}" type="pres">
      <dgm:prSet presAssocID="{C0909E2E-04A0-4657-BB15-7A8FD2452C9E}" presName="level" presStyleLbl="node1" presStyleIdx="2" presStyleCnt="3">
        <dgm:presLayoutVars>
          <dgm:chMax val="1"/>
          <dgm:bulletEnabled val="1"/>
        </dgm:presLayoutVars>
      </dgm:prSet>
      <dgm:spPr/>
    </dgm:pt>
    <dgm:pt modelId="{9430C41E-5E3F-42E7-8B50-F34F093DA266}" type="pres">
      <dgm:prSet presAssocID="{C0909E2E-04A0-4657-BB15-7A8FD2452C9E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0B12F919-FF5C-41FF-BACB-D78F10B5E53F}" srcId="{804A46DC-3CC3-45A8-A68F-DD682F7504A8}" destId="{C0909E2E-04A0-4657-BB15-7A8FD2452C9E}" srcOrd="2" destOrd="0" parTransId="{2A46BD4B-88A0-44B2-9A98-2F786B7F0998}" sibTransId="{B7C1C79B-8537-4B93-AFDA-CB3CA1ED436F}"/>
    <dgm:cxn modelId="{AB5BA61F-F2D9-44BF-908C-B28915FBA0EF}" type="presOf" srcId="{C0909E2E-04A0-4657-BB15-7A8FD2452C9E}" destId="{4900B83E-FE84-4026-B5B3-028BA9ADB909}" srcOrd="0" destOrd="0" presId="urn:microsoft.com/office/officeart/2005/8/layout/pyramid1"/>
    <dgm:cxn modelId="{53C60536-3A1F-43C8-808E-FE2F2DC913E4}" type="presOf" srcId="{AC121ACD-6BC4-4A68-AD6E-2A37DFD4461C}" destId="{536A5370-E24D-453B-B161-38AB4D4F309D}" srcOrd="1" destOrd="0" presId="urn:microsoft.com/office/officeart/2005/8/layout/pyramid1"/>
    <dgm:cxn modelId="{D30D1E3D-7E19-4559-8278-BDF73CCE46EC}" srcId="{804A46DC-3CC3-45A8-A68F-DD682F7504A8}" destId="{AC121ACD-6BC4-4A68-AD6E-2A37DFD4461C}" srcOrd="0" destOrd="0" parTransId="{EE3B184B-ECFB-4C0E-8FCC-2B06E4909E58}" sibTransId="{EA28AB65-B04D-4819-8468-1D906A553D11}"/>
    <dgm:cxn modelId="{74AD965D-76B9-4A91-BD2B-9313D655702A}" srcId="{804A46DC-3CC3-45A8-A68F-DD682F7504A8}" destId="{B9B0FF33-A3C9-4B6F-88B9-BC319B41CB68}" srcOrd="1" destOrd="0" parTransId="{D19DCA8E-1E32-413E-9BEC-9A56390C96F4}" sibTransId="{E45CDE5F-59CB-40DF-9214-D832F139BE0E}"/>
    <dgm:cxn modelId="{1459EB69-39BA-4600-9A4D-0534C9C9FB7A}" type="presOf" srcId="{B9B0FF33-A3C9-4B6F-88B9-BC319B41CB68}" destId="{A500BE4F-5120-45BE-BC98-30FBEE5DF537}" srcOrd="1" destOrd="0" presId="urn:microsoft.com/office/officeart/2005/8/layout/pyramid1"/>
    <dgm:cxn modelId="{26ADA3A9-5131-46F1-84E7-3FF5CD170771}" type="presOf" srcId="{C0909E2E-04A0-4657-BB15-7A8FD2452C9E}" destId="{9430C41E-5E3F-42E7-8B50-F34F093DA266}" srcOrd="1" destOrd="0" presId="urn:microsoft.com/office/officeart/2005/8/layout/pyramid1"/>
    <dgm:cxn modelId="{8E0731C9-6C96-45D7-A25F-1971A4FF4F85}" type="presOf" srcId="{B9B0FF33-A3C9-4B6F-88B9-BC319B41CB68}" destId="{7A26D8DE-3D4B-43C9-8146-EF9092063B91}" srcOrd="0" destOrd="0" presId="urn:microsoft.com/office/officeart/2005/8/layout/pyramid1"/>
    <dgm:cxn modelId="{87272BF4-9D78-445B-BCCC-C779798B2AFD}" type="presOf" srcId="{AC121ACD-6BC4-4A68-AD6E-2A37DFD4461C}" destId="{082F23F3-9BFF-4C8C-BF53-944292CB6D21}" srcOrd="0" destOrd="0" presId="urn:microsoft.com/office/officeart/2005/8/layout/pyramid1"/>
    <dgm:cxn modelId="{095BA7F4-DBAC-44D0-9026-2614928C9D5C}" type="presOf" srcId="{804A46DC-3CC3-45A8-A68F-DD682F7504A8}" destId="{B6C45F6F-5345-41D6-AC0C-05FBA383B21A}" srcOrd="0" destOrd="0" presId="urn:microsoft.com/office/officeart/2005/8/layout/pyramid1"/>
    <dgm:cxn modelId="{7D5E64C7-FB88-4A24-8D78-942AE113268D}" type="presParOf" srcId="{B6C45F6F-5345-41D6-AC0C-05FBA383B21A}" destId="{3840739C-99C3-45C0-996F-14AE9363C9C5}" srcOrd="0" destOrd="0" presId="urn:microsoft.com/office/officeart/2005/8/layout/pyramid1"/>
    <dgm:cxn modelId="{DEA1FA93-7D6D-4460-B258-04A3369C3FDC}" type="presParOf" srcId="{3840739C-99C3-45C0-996F-14AE9363C9C5}" destId="{082F23F3-9BFF-4C8C-BF53-944292CB6D21}" srcOrd="0" destOrd="0" presId="urn:microsoft.com/office/officeart/2005/8/layout/pyramid1"/>
    <dgm:cxn modelId="{F31C4FAA-420E-480C-8E66-65A8B83DA439}" type="presParOf" srcId="{3840739C-99C3-45C0-996F-14AE9363C9C5}" destId="{536A5370-E24D-453B-B161-38AB4D4F309D}" srcOrd="1" destOrd="0" presId="urn:microsoft.com/office/officeart/2005/8/layout/pyramid1"/>
    <dgm:cxn modelId="{B029C724-BF69-4B95-8CFF-521032C5DE7A}" type="presParOf" srcId="{B6C45F6F-5345-41D6-AC0C-05FBA383B21A}" destId="{991700C0-20FB-4CDA-8033-961ABC788BFC}" srcOrd="1" destOrd="0" presId="urn:microsoft.com/office/officeart/2005/8/layout/pyramid1"/>
    <dgm:cxn modelId="{11B2065F-EBEF-41A5-B71C-A3A9C6FA52F0}" type="presParOf" srcId="{991700C0-20FB-4CDA-8033-961ABC788BFC}" destId="{7A26D8DE-3D4B-43C9-8146-EF9092063B91}" srcOrd="0" destOrd="0" presId="urn:microsoft.com/office/officeart/2005/8/layout/pyramid1"/>
    <dgm:cxn modelId="{4A410B44-193F-479B-8582-BE90295022F6}" type="presParOf" srcId="{991700C0-20FB-4CDA-8033-961ABC788BFC}" destId="{A500BE4F-5120-45BE-BC98-30FBEE5DF537}" srcOrd="1" destOrd="0" presId="urn:microsoft.com/office/officeart/2005/8/layout/pyramid1"/>
    <dgm:cxn modelId="{0363DF53-0F39-4919-BEB7-9FB3395D5A0E}" type="presParOf" srcId="{B6C45F6F-5345-41D6-AC0C-05FBA383B21A}" destId="{D8A22F61-F207-4C0F-8E47-477065707A5A}" srcOrd="2" destOrd="0" presId="urn:microsoft.com/office/officeart/2005/8/layout/pyramid1"/>
    <dgm:cxn modelId="{2239C434-D584-4C8E-AC06-9EAAA96F2B3A}" type="presParOf" srcId="{D8A22F61-F207-4C0F-8E47-477065707A5A}" destId="{4900B83E-FE84-4026-B5B3-028BA9ADB909}" srcOrd="0" destOrd="0" presId="urn:microsoft.com/office/officeart/2005/8/layout/pyramid1"/>
    <dgm:cxn modelId="{78B2C5B1-9FE8-4A51-B360-FBFE771265D4}" type="presParOf" srcId="{D8A22F61-F207-4C0F-8E47-477065707A5A}" destId="{9430C41E-5E3F-42E7-8B50-F34F093DA266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5A90AB-E1B3-463E-8315-BD2C743599E0}">
      <dsp:nvSpPr>
        <dsp:cNvPr id="0" name=""/>
        <dsp:cNvSpPr/>
      </dsp:nvSpPr>
      <dsp:spPr>
        <a:xfrm rot="5400000">
          <a:off x="-104522" y="105900"/>
          <a:ext cx="696818" cy="487773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1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 Condensed" panose="02000000000000000000" pitchFamily="2" charset="0"/>
              <a:ea typeface="Roboto Condensed" panose="02000000000000000000" pitchFamily="2" charset="0"/>
              <a:cs typeface="Times New Roman" panose="02020603050405020304" pitchFamily="18" charset="0"/>
            </a:rPr>
            <a:t>1</a:t>
          </a:r>
          <a:endParaRPr lang="uk-UA" sz="18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Roboto Condensed" panose="02000000000000000000" pitchFamily="2" charset="0"/>
            <a:ea typeface="Roboto Condensed" panose="02000000000000000000" pitchFamily="2" charset="0"/>
            <a:cs typeface="Times New Roman" panose="02020603050405020304" pitchFamily="18" charset="0"/>
          </a:endParaRPr>
        </a:p>
      </dsp:txBody>
      <dsp:txXfrm rot="-5400000">
        <a:off x="1" y="245265"/>
        <a:ext cx="487773" cy="209045"/>
      </dsp:txXfrm>
    </dsp:sp>
    <dsp:sp modelId="{E08C46D7-332A-4313-99F3-F8F444DA5869}">
      <dsp:nvSpPr>
        <dsp:cNvPr id="0" name=""/>
        <dsp:cNvSpPr/>
      </dsp:nvSpPr>
      <dsp:spPr>
        <a:xfrm rot="5400000">
          <a:off x="2422101" y="-1932950"/>
          <a:ext cx="453170" cy="432182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1700" b="1" kern="1200" dirty="0">
              <a:latin typeface="Times New Roman" panose="02020603050405020304" pitchFamily="18" charset="0"/>
              <a:ea typeface="Roboto Condensed" panose="02000000000000000000" pitchFamily="2" charset="0"/>
              <a:cs typeface="Times New Roman" panose="02020603050405020304" pitchFamily="18" charset="0"/>
            </a:rPr>
            <a:t>Що таке </a:t>
          </a:r>
          <a:r>
            <a:rPr lang="en-GB" sz="1700" b="1" kern="1200" dirty="0">
              <a:latin typeface="Times New Roman" panose="02020603050405020304" pitchFamily="18" charset="0"/>
              <a:ea typeface="Roboto Condensed" panose="02000000000000000000" pitchFamily="2" charset="0"/>
              <a:cs typeface="Times New Roman" panose="02020603050405020304" pitchFamily="18" charset="0"/>
            </a:rPr>
            <a:t>Terraform</a:t>
          </a:r>
          <a:endParaRPr lang="uk-UA" sz="1700" b="1" kern="1200" dirty="0">
            <a:latin typeface="Times New Roman" panose="02020603050405020304" pitchFamily="18" charset="0"/>
            <a:ea typeface="Roboto Condensed" panose="02000000000000000000" pitchFamily="2" charset="0"/>
            <a:cs typeface="Times New Roman" panose="02020603050405020304" pitchFamily="18" charset="0"/>
          </a:endParaRPr>
        </a:p>
      </dsp:txBody>
      <dsp:txXfrm rot="-5400000">
        <a:off x="487773" y="23500"/>
        <a:ext cx="4299704" cy="408926"/>
      </dsp:txXfrm>
    </dsp:sp>
    <dsp:sp modelId="{AF24E209-CE0E-423D-BC4E-E61A5F208726}">
      <dsp:nvSpPr>
        <dsp:cNvPr id="0" name=""/>
        <dsp:cNvSpPr/>
      </dsp:nvSpPr>
      <dsp:spPr>
        <a:xfrm rot="5400000">
          <a:off x="-104522" y="640709"/>
          <a:ext cx="696818" cy="487773"/>
        </a:xfrm>
        <a:prstGeom prst="chevron">
          <a:avLst/>
        </a:prstGeom>
        <a:solidFill>
          <a:schemeClr val="accent2">
            <a:hueOff val="-1072636"/>
            <a:satOff val="-4273"/>
            <a:lumOff val="7843"/>
            <a:alphaOff val="0"/>
          </a:schemeClr>
        </a:solidFill>
        <a:ln w="9525" cap="flat" cmpd="sng" algn="ctr">
          <a:solidFill>
            <a:schemeClr val="accent2">
              <a:hueOff val="-1072636"/>
              <a:satOff val="-4273"/>
              <a:lumOff val="7843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1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 Condensed" panose="02000000000000000000" pitchFamily="2" charset="0"/>
              <a:ea typeface="Roboto Condensed" panose="02000000000000000000" pitchFamily="2" charset="0"/>
              <a:cs typeface="Times New Roman" panose="02020603050405020304" pitchFamily="18" charset="0"/>
            </a:rPr>
            <a:t>2</a:t>
          </a:r>
          <a:endParaRPr lang="uk-UA" sz="18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Roboto Condensed" panose="02000000000000000000" pitchFamily="2" charset="0"/>
            <a:ea typeface="Roboto Condensed" panose="02000000000000000000" pitchFamily="2" charset="0"/>
            <a:cs typeface="Times New Roman" panose="02020603050405020304" pitchFamily="18" charset="0"/>
          </a:endParaRPr>
        </a:p>
      </dsp:txBody>
      <dsp:txXfrm rot="-5400000">
        <a:off x="1" y="780074"/>
        <a:ext cx="487773" cy="209045"/>
      </dsp:txXfrm>
    </dsp:sp>
    <dsp:sp modelId="{2CD585D5-C522-4423-9533-F16CF0C5C21E}">
      <dsp:nvSpPr>
        <dsp:cNvPr id="0" name=""/>
        <dsp:cNvSpPr/>
      </dsp:nvSpPr>
      <dsp:spPr>
        <a:xfrm rot="5400000">
          <a:off x="2422220" y="-1398260"/>
          <a:ext cx="452932" cy="432182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-1072636"/>
              <a:satOff val="-4273"/>
              <a:lumOff val="7843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1700" b="1" kern="1200" dirty="0">
              <a:latin typeface="Times New Roman" panose="02020603050405020304" pitchFamily="18" charset="0"/>
              <a:ea typeface="Roboto Condensed" panose="02000000000000000000" pitchFamily="2" charset="0"/>
              <a:cs typeface="Times New Roman" panose="02020603050405020304" pitchFamily="18" charset="0"/>
            </a:rPr>
            <a:t>Провайдери, ресурси, </a:t>
          </a:r>
          <a:r>
            <a:rPr lang="en-GB" sz="1700" b="1" kern="1200" dirty="0">
              <a:latin typeface="Times New Roman" panose="02020603050405020304" pitchFamily="18" charset="0"/>
              <a:ea typeface="Roboto Condensed" panose="02000000000000000000" pitchFamily="2" charset="0"/>
              <a:cs typeface="Times New Roman" panose="02020603050405020304" pitchFamily="18" charset="0"/>
            </a:rPr>
            <a:t>HCL</a:t>
          </a:r>
          <a:endParaRPr lang="uk-UA" sz="1700" b="1" kern="1200" dirty="0">
            <a:latin typeface="Times New Roman" panose="02020603050405020304" pitchFamily="18" charset="0"/>
            <a:ea typeface="Roboto Condensed" panose="02000000000000000000" pitchFamily="2" charset="0"/>
            <a:cs typeface="Times New Roman" panose="02020603050405020304" pitchFamily="18" charset="0"/>
          </a:endParaRPr>
        </a:p>
      </dsp:txBody>
      <dsp:txXfrm rot="-5400000">
        <a:off x="487773" y="558297"/>
        <a:ext cx="4299716" cy="408712"/>
      </dsp:txXfrm>
    </dsp:sp>
    <dsp:sp modelId="{1FB27423-32B5-4BCA-94ED-6F68057358B2}">
      <dsp:nvSpPr>
        <dsp:cNvPr id="0" name=""/>
        <dsp:cNvSpPr/>
      </dsp:nvSpPr>
      <dsp:spPr>
        <a:xfrm rot="5400000">
          <a:off x="-104522" y="1175517"/>
          <a:ext cx="696818" cy="487773"/>
        </a:xfrm>
        <a:prstGeom prst="chevron">
          <a:avLst/>
        </a:prstGeom>
        <a:solidFill>
          <a:schemeClr val="accent2">
            <a:hueOff val="-2145272"/>
            <a:satOff val="-8545"/>
            <a:lumOff val="15686"/>
            <a:alphaOff val="0"/>
          </a:schemeClr>
        </a:solidFill>
        <a:ln w="9525" cap="flat" cmpd="sng" algn="ctr">
          <a:solidFill>
            <a:schemeClr val="accent2">
              <a:hueOff val="-2145272"/>
              <a:satOff val="-8545"/>
              <a:lumOff val="15686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1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 Condensed" panose="02000000000000000000" pitchFamily="2" charset="0"/>
              <a:ea typeface="Roboto Condensed" panose="02000000000000000000" pitchFamily="2" charset="0"/>
              <a:cs typeface="Times New Roman" panose="02020603050405020304" pitchFamily="18" charset="0"/>
            </a:rPr>
            <a:t>3</a:t>
          </a:r>
          <a:endParaRPr lang="uk-UA" sz="18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Roboto Condensed" panose="02000000000000000000" pitchFamily="2" charset="0"/>
            <a:ea typeface="Roboto Condensed" panose="02000000000000000000" pitchFamily="2" charset="0"/>
            <a:cs typeface="Times New Roman" panose="02020603050405020304" pitchFamily="18" charset="0"/>
          </a:endParaRPr>
        </a:p>
      </dsp:txBody>
      <dsp:txXfrm rot="-5400000">
        <a:off x="1" y="1314882"/>
        <a:ext cx="487773" cy="209045"/>
      </dsp:txXfrm>
    </dsp:sp>
    <dsp:sp modelId="{FA79F1AB-1361-441C-8AA5-5CABEF3FDD6F}">
      <dsp:nvSpPr>
        <dsp:cNvPr id="0" name=""/>
        <dsp:cNvSpPr/>
      </dsp:nvSpPr>
      <dsp:spPr>
        <a:xfrm rot="5400000">
          <a:off x="2422220" y="-863452"/>
          <a:ext cx="452932" cy="432182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-2145272"/>
              <a:satOff val="-8545"/>
              <a:lumOff val="15686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1700" b="1" kern="1200" dirty="0" err="1">
              <a:latin typeface="Times New Roman" panose="02020603050405020304" pitchFamily="18" charset="0"/>
              <a:ea typeface="Roboto Condensed" panose="02000000000000000000" pitchFamily="2" charset="0"/>
              <a:cs typeface="Times New Roman" panose="02020603050405020304" pitchFamily="18" charset="0"/>
            </a:rPr>
            <a:t>Стейт</a:t>
          </a:r>
          <a:r>
            <a:rPr lang="uk-UA" sz="1700" b="1" kern="1200" dirty="0">
              <a:latin typeface="Times New Roman" panose="02020603050405020304" pitchFamily="18" charset="0"/>
              <a:ea typeface="Roboto Condensed" panose="02000000000000000000" pitchFamily="2" charset="0"/>
              <a:cs typeface="Times New Roman" panose="02020603050405020304" pitchFamily="18" charset="0"/>
            </a:rPr>
            <a:t> і його роль</a:t>
          </a:r>
        </a:p>
      </dsp:txBody>
      <dsp:txXfrm rot="-5400000">
        <a:off x="487773" y="1093105"/>
        <a:ext cx="4299716" cy="408712"/>
      </dsp:txXfrm>
    </dsp:sp>
    <dsp:sp modelId="{2F1598EC-99D5-4D65-B1E7-CF16523AEE48}">
      <dsp:nvSpPr>
        <dsp:cNvPr id="0" name=""/>
        <dsp:cNvSpPr/>
      </dsp:nvSpPr>
      <dsp:spPr>
        <a:xfrm rot="5400000">
          <a:off x="-104522" y="1710326"/>
          <a:ext cx="696818" cy="487773"/>
        </a:xfrm>
        <a:prstGeom prst="chevron">
          <a:avLst/>
        </a:prstGeom>
        <a:solidFill>
          <a:schemeClr val="accent2">
            <a:hueOff val="-3217907"/>
            <a:satOff val="-12818"/>
            <a:lumOff val="23529"/>
            <a:alphaOff val="0"/>
          </a:schemeClr>
        </a:solidFill>
        <a:ln w="9525" cap="flat" cmpd="sng" algn="ctr">
          <a:solidFill>
            <a:schemeClr val="accent2">
              <a:hueOff val="-3217907"/>
              <a:satOff val="-12818"/>
              <a:lumOff val="23529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1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 Condensed" panose="02000000000000000000" pitchFamily="2" charset="0"/>
              <a:ea typeface="Roboto Condensed" panose="02000000000000000000" pitchFamily="2" charset="0"/>
              <a:cs typeface="Times New Roman" panose="02020603050405020304" pitchFamily="18" charset="0"/>
            </a:rPr>
            <a:t>4</a:t>
          </a:r>
          <a:endParaRPr lang="uk-UA" sz="18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Roboto Condensed" panose="02000000000000000000" pitchFamily="2" charset="0"/>
            <a:ea typeface="Roboto Condensed" panose="02000000000000000000" pitchFamily="2" charset="0"/>
            <a:cs typeface="Times New Roman" panose="02020603050405020304" pitchFamily="18" charset="0"/>
          </a:endParaRPr>
        </a:p>
      </dsp:txBody>
      <dsp:txXfrm rot="-5400000">
        <a:off x="1" y="1849691"/>
        <a:ext cx="487773" cy="209045"/>
      </dsp:txXfrm>
    </dsp:sp>
    <dsp:sp modelId="{13B5D1C4-E87B-4783-81F1-0D8FDF8F2FB5}">
      <dsp:nvSpPr>
        <dsp:cNvPr id="0" name=""/>
        <dsp:cNvSpPr/>
      </dsp:nvSpPr>
      <dsp:spPr>
        <a:xfrm rot="5400000">
          <a:off x="2422220" y="-328644"/>
          <a:ext cx="452932" cy="432182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-3217907"/>
              <a:satOff val="-12818"/>
              <a:lumOff val="23529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1700" b="1" kern="1200" dirty="0">
              <a:latin typeface="Times New Roman" panose="02020603050405020304" pitchFamily="18" charset="0"/>
              <a:ea typeface="Roboto Condensed" panose="02000000000000000000" pitchFamily="2" charset="0"/>
              <a:cs typeface="Times New Roman" panose="02020603050405020304" pitchFamily="18" charset="0"/>
            </a:rPr>
            <a:t>Приклад: створення </a:t>
          </a:r>
          <a:r>
            <a:rPr lang="en-GB" sz="1700" b="1" kern="1200" dirty="0">
              <a:latin typeface="Times New Roman" panose="02020603050405020304" pitchFamily="18" charset="0"/>
              <a:ea typeface="Roboto Condensed" panose="02000000000000000000" pitchFamily="2" charset="0"/>
              <a:cs typeface="Times New Roman" panose="02020603050405020304" pitchFamily="18" charset="0"/>
            </a:rPr>
            <a:t>VM </a:t>
          </a:r>
          <a:r>
            <a:rPr lang="uk-UA" sz="1700" b="1" kern="1200" dirty="0">
              <a:latin typeface="Times New Roman" panose="02020603050405020304" pitchFamily="18" charset="0"/>
              <a:ea typeface="Roboto Condensed" panose="02000000000000000000" pitchFamily="2" charset="0"/>
              <a:cs typeface="Times New Roman" panose="02020603050405020304" pitchFamily="18" charset="0"/>
            </a:rPr>
            <a:t>або контейнера</a:t>
          </a:r>
        </a:p>
      </dsp:txBody>
      <dsp:txXfrm rot="-5400000">
        <a:off x="487773" y="1627913"/>
        <a:ext cx="4299716" cy="4087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2F23F3-9BFF-4C8C-BF53-944292CB6D21}">
      <dsp:nvSpPr>
        <dsp:cNvPr id="0" name=""/>
        <dsp:cNvSpPr/>
      </dsp:nvSpPr>
      <dsp:spPr>
        <a:xfrm>
          <a:off x="1152800" y="0"/>
          <a:ext cx="1152799" cy="960083"/>
        </a:xfrm>
        <a:prstGeom prst="trapezoid">
          <a:avLst>
            <a:gd name="adj" fmla="val 60036"/>
          </a:avLst>
        </a:prstGeom>
        <a:solidFill>
          <a:schemeClr val="accent3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kern="1200" dirty="0"/>
            <a:t>Провайдер</a:t>
          </a:r>
        </a:p>
      </dsp:txBody>
      <dsp:txXfrm>
        <a:off x="1152800" y="0"/>
        <a:ext cx="1152799" cy="960083"/>
      </dsp:txXfrm>
    </dsp:sp>
    <dsp:sp modelId="{7A26D8DE-3D4B-43C9-8146-EF9092063B91}">
      <dsp:nvSpPr>
        <dsp:cNvPr id="0" name=""/>
        <dsp:cNvSpPr/>
      </dsp:nvSpPr>
      <dsp:spPr>
        <a:xfrm>
          <a:off x="576400" y="960083"/>
          <a:ext cx="2305599" cy="960083"/>
        </a:xfrm>
        <a:prstGeom prst="trapezoid">
          <a:avLst>
            <a:gd name="adj" fmla="val 60036"/>
          </a:avLst>
        </a:prstGeom>
        <a:solidFill>
          <a:schemeClr val="accent3">
            <a:alpha val="90000"/>
            <a:hueOff val="0"/>
            <a:satOff val="0"/>
            <a:lumOff val="0"/>
            <a:alphaOff val="-2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kern="1200" dirty="0"/>
            <a:t>Ресурс</a:t>
          </a:r>
        </a:p>
      </dsp:txBody>
      <dsp:txXfrm>
        <a:off x="979880" y="960083"/>
        <a:ext cx="1498640" cy="960083"/>
      </dsp:txXfrm>
    </dsp:sp>
    <dsp:sp modelId="{4900B83E-FE84-4026-B5B3-028BA9ADB909}">
      <dsp:nvSpPr>
        <dsp:cNvPr id="0" name=""/>
        <dsp:cNvSpPr/>
      </dsp:nvSpPr>
      <dsp:spPr>
        <a:xfrm>
          <a:off x="0" y="1920166"/>
          <a:ext cx="3458399" cy="960083"/>
        </a:xfrm>
        <a:prstGeom prst="trapezoid">
          <a:avLst>
            <a:gd name="adj" fmla="val 60036"/>
          </a:avLst>
        </a:prstGeom>
        <a:solidFill>
          <a:schemeClr val="accent3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kern="1200" dirty="0"/>
            <a:t>Змінні</a:t>
          </a:r>
        </a:p>
      </dsp:txBody>
      <dsp:txXfrm>
        <a:off x="605220" y="1920166"/>
        <a:ext cx="2247959" cy="9600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CUSTOM_25"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3" name="Google Shape;46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51926" y="-847134"/>
            <a:ext cx="3136825" cy="28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559554" y="-846583"/>
            <a:ext cx="3136825" cy="28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552472" y="2791087"/>
            <a:ext cx="3136825" cy="28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549518" y="2790536"/>
            <a:ext cx="3136825" cy="283035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50"/>
          <p:cNvSpPr txBox="1">
            <a:spLocks noGrp="1"/>
          </p:cNvSpPr>
          <p:nvPr>
            <p:ph type="ctrTitle"/>
          </p:nvPr>
        </p:nvSpPr>
        <p:spPr>
          <a:xfrm flipH="1">
            <a:off x="540000" y="452237"/>
            <a:ext cx="80640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41"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43313" y="-9498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12" y="-9498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 flip="none" rotWithShape="1">
          <a:gsLst>
            <a:gs pos="0">
              <a:schemeClr val="bg1"/>
            </a:gs>
            <a:gs pos="100000">
              <a:schemeClr val="accent2"/>
            </a:gs>
          </a:gsLst>
          <a:lin ang="5400012" scaled="0"/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quada One"/>
              <a:buNone/>
              <a:defRPr sz="30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8229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Condensed Light"/>
              <a:buChar char="●"/>
              <a:defRPr sz="18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○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■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●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○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■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●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○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Roboto Condensed Light"/>
              <a:buChar char="■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6" r:id="rId1"/>
    <p:sldLayoutId id="214748370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7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746392-C84A-4943-B574-306347676C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2650777" y="1901250"/>
            <a:ext cx="3842445" cy="670500"/>
          </a:xfrm>
        </p:spPr>
        <p:txBody>
          <a:bodyPr/>
          <a:lstStyle/>
          <a:p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Terraform: </a:t>
            </a:r>
            <a:r>
              <a:rPr lang="uk-UA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Вступ</a:t>
            </a:r>
            <a:endParaRPr lang="uk-UA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86E4B80-CBD6-41E7-9734-B6C1C178C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3367" y="728314"/>
            <a:ext cx="2797266" cy="6738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A80E4F-038E-4514-BB7E-211DEA2FC92F}"/>
              </a:ext>
            </a:extLst>
          </p:cNvPr>
          <p:cNvSpPr txBox="1"/>
          <p:nvPr/>
        </p:nvSpPr>
        <p:spPr>
          <a:xfrm>
            <a:off x="2305877" y="2571750"/>
            <a:ext cx="45322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Курс: </a:t>
            </a:r>
            <a:r>
              <a:rPr lang="ru-RU" sz="1400" dirty="0" err="1"/>
              <a:t>Технології</a:t>
            </a:r>
            <a:r>
              <a:rPr lang="ru-RU" sz="1400" dirty="0"/>
              <a:t> </a:t>
            </a:r>
            <a:r>
              <a:rPr lang="ru-RU" sz="1400" dirty="0" err="1"/>
              <a:t>розгортання</a:t>
            </a:r>
            <a:r>
              <a:rPr lang="ru-RU" sz="1400" dirty="0"/>
              <a:t> </a:t>
            </a:r>
            <a:r>
              <a:rPr lang="ru-RU" sz="1400" dirty="0" err="1"/>
              <a:t>інформаційних</a:t>
            </a:r>
            <a:r>
              <a:rPr lang="ru-RU" sz="1400" dirty="0"/>
              <a:t> систем</a:t>
            </a:r>
          </a:p>
        </p:txBody>
      </p:sp>
    </p:spTree>
    <p:extLst>
      <p:ext uri="{BB962C8B-B14F-4D97-AF65-F5344CB8AC3E}">
        <p14:creationId xmlns:p14="http://schemas.microsoft.com/office/powerpoint/2010/main" val="2004453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746392-C84A-4943-B574-306347676C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2650777" y="124489"/>
            <a:ext cx="3842445" cy="670500"/>
          </a:xfrm>
        </p:spPr>
        <p:txBody>
          <a:bodyPr/>
          <a:lstStyle/>
          <a:p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Terraform: </a:t>
            </a:r>
            <a:r>
              <a:rPr lang="uk-UA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Вступ</a:t>
            </a:r>
            <a:endParaRPr lang="uk-UA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Схема 5">
            <a:extLst>
              <a:ext uri="{FF2B5EF4-FFF2-40B4-BE49-F238E27FC236}">
                <a16:creationId xmlns:a16="http://schemas.microsoft.com/office/drawing/2014/main" id="{3BD07FCF-47B3-43A2-BECC-71BF89FE39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1794054"/>
              </p:ext>
            </p:extLst>
          </p:nvPr>
        </p:nvGraphicFramePr>
        <p:xfrm>
          <a:off x="2167199" y="1419750"/>
          <a:ext cx="4809600" cy="230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5285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746392-C84A-4943-B574-306347676C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425749" y="221133"/>
            <a:ext cx="6292501" cy="670500"/>
          </a:xfrm>
        </p:spPr>
        <p:txBody>
          <a:bodyPr/>
          <a:lstStyle/>
          <a:p>
            <a:r>
              <a:rPr lang="uk-UA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Що таке 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as Code (IAC)?</a:t>
            </a:r>
            <a:endParaRPr lang="uk-UA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18579DC-85C9-4AB4-A2A8-F849128FF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613" y="841696"/>
            <a:ext cx="4410055" cy="2264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uk-UA" altLang="uk-UA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Управління інфраструктурою через код.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uk-UA" altLang="uk-UA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Імперативний/декларативний</a:t>
            </a:r>
            <a:r>
              <a:rPr lang="uk-UA" altLang="uk-UA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код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uk-UA" altLang="uk-UA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Інтеграція з </a:t>
            </a:r>
            <a:r>
              <a:rPr lang="en-US" altLang="uk-UA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uk-UA" altLang="uk-UA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Редагування в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VS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Azure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Частина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Заміна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ClickOps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версіонування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ресурсів. 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EB8CD98-66A1-4DD6-B4FD-71C952F1F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892" y="1724258"/>
            <a:ext cx="4267199" cy="230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098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B9B207A-7FA6-458C-803A-C43FEBF430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698" y="3077736"/>
            <a:ext cx="4410055" cy="7867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на виконання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uk-UA" altLang="uk-UA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Повторні запуски – помилка(</a:t>
            </a:r>
            <a:r>
              <a:rPr lang="en-US" altLang="uk-UA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VM </a:t>
            </a:r>
            <a:r>
              <a:rPr lang="uk-UA" altLang="uk-UA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уже існує)</a:t>
            </a: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7FBB8BC-1D43-4714-8550-3E9A883B8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698" y="671167"/>
            <a:ext cx="3786694" cy="2406569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AE7DB69-D539-4853-A4F3-67706FF04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4361" y="671167"/>
            <a:ext cx="3554309" cy="2972906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EBB167BA-C039-4496-9897-F82020715128}"/>
              </a:ext>
            </a:extLst>
          </p:cNvPr>
          <p:cNvSpPr txBox="1">
            <a:spLocks/>
          </p:cNvSpPr>
          <p:nvPr/>
        </p:nvSpPr>
        <p:spPr>
          <a:xfrm flipH="1">
            <a:off x="1057449" y="0"/>
            <a:ext cx="7512608" cy="55945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uk-UA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Імперативний          /        декларативний код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1F3D949-D952-4753-9F52-D9B7770BC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2835" y="3471113"/>
            <a:ext cx="427736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Визначає компоненти інфраструктури для створення.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Повторні запуски </a:t>
            </a:r>
            <a:r>
              <a:rPr kumimoji="0" lang="en-US" altLang="uk-U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"нема змін" (ВМ уже створена). </a:t>
            </a:r>
          </a:p>
        </p:txBody>
      </p:sp>
    </p:spTree>
    <p:extLst>
      <p:ext uri="{BB962C8B-B14F-4D97-AF65-F5344CB8AC3E}">
        <p14:creationId xmlns:p14="http://schemas.microsoft.com/office/powerpoint/2010/main" val="178732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C8345A-0543-461C-BB25-85BBE922FD7E}"/>
              </a:ext>
            </a:extLst>
          </p:cNvPr>
          <p:cNvSpPr txBox="1">
            <a:spLocks/>
          </p:cNvSpPr>
          <p:nvPr/>
        </p:nvSpPr>
        <p:spPr>
          <a:xfrm flipH="1">
            <a:off x="340764" y="386080"/>
            <a:ext cx="8462471" cy="55945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uk-UA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чого використовувати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as Code?</a:t>
            </a:r>
            <a:endParaRPr lang="uk-UA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8B94210-B91E-4C37-A2E8-6CEB38A6F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333" y="1006492"/>
            <a:ext cx="4076327" cy="392009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D34E400-836D-4399-B195-574779CED7C6}"/>
              </a:ext>
            </a:extLst>
          </p:cNvPr>
          <p:cNvSpPr txBox="1"/>
          <p:nvPr/>
        </p:nvSpPr>
        <p:spPr>
          <a:xfrm>
            <a:off x="975359" y="2141220"/>
            <a:ext cx="28731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Вартість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Швидкість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Зменшення ризику</a:t>
            </a:r>
          </a:p>
        </p:txBody>
      </p:sp>
    </p:spTree>
    <p:extLst>
      <p:ext uri="{BB962C8B-B14F-4D97-AF65-F5344CB8AC3E}">
        <p14:creationId xmlns:p14="http://schemas.microsoft.com/office/powerpoint/2010/main" val="3428300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AFA59F67-3C92-4121-86B1-4EB9CF6A8030}"/>
              </a:ext>
            </a:extLst>
          </p:cNvPr>
          <p:cNvSpPr txBox="1">
            <a:spLocks/>
          </p:cNvSpPr>
          <p:nvPr/>
        </p:nvSpPr>
        <p:spPr>
          <a:xfrm flipH="1">
            <a:off x="340764" y="386080"/>
            <a:ext cx="3583536" cy="55945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uk-UA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Що таке 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Terraform</a:t>
            </a:r>
            <a:r>
              <a:rPr lang="uk-UA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69454F4-EA3D-4834-BCD7-ECE93AE387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818" y="945532"/>
            <a:ext cx="8834182" cy="1289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Інструмент IaC</a:t>
            </a:r>
            <a:endParaRPr kumimoji="0" lang="en-US" altLang="uk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Взаємодія з платформами через провайдерів.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uk-UA" altLang="uk-UA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Автоматизація розгортання</a:t>
            </a:r>
            <a:endParaRPr kumimoji="0" lang="uk-UA" altLang="uk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469FDD6-4627-4910-8456-DD971A5E6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94" y="2452941"/>
            <a:ext cx="7783011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859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AB8EB5-53E3-4828-B9C7-30C2AE3190C7}"/>
              </a:ext>
            </a:extLst>
          </p:cNvPr>
          <p:cNvSpPr txBox="1">
            <a:spLocks/>
          </p:cNvSpPr>
          <p:nvPr/>
        </p:nvSpPr>
        <p:spPr>
          <a:xfrm flipH="1">
            <a:off x="2822474" y="271533"/>
            <a:ext cx="3499052" cy="6705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uk-UA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Переваги 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Terraform</a:t>
            </a:r>
            <a:endParaRPr lang="uk-UA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CC02F77-45D1-4BC8-9588-76EDC6CAF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200" y="1185862"/>
            <a:ext cx="6825600" cy="2907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155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3704935-BCCD-48AB-9C45-A1EA8BF24695}"/>
              </a:ext>
            </a:extLst>
          </p:cNvPr>
          <p:cNvSpPr txBox="1">
            <a:spLocks/>
          </p:cNvSpPr>
          <p:nvPr/>
        </p:nvSpPr>
        <p:spPr>
          <a:xfrm flipH="1">
            <a:off x="1486836" y="105933"/>
            <a:ext cx="6170326" cy="6705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Terraform </a:t>
            </a:r>
            <a:r>
              <a:rPr lang="uk-UA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проти інших інструментів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24411DD-6424-4347-8600-B4B420078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007" y="681902"/>
            <a:ext cx="5158393" cy="4202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683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25888A-744F-4E86-B42B-11949E7833CD}"/>
              </a:ext>
            </a:extLst>
          </p:cNvPr>
          <p:cNvSpPr txBox="1">
            <a:spLocks/>
          </p:cNvSpPr>
          <p:nvPr/>
        </p:nvSpPr>
        <p:spPr>
          <a:xfrm flipH="1">
            <a:off x="2453418" y="0"/>
            <a:ext cx="4237164" cy="6705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uk-UA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Провайдери в 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Terraform</a:t>
            </a:r>
            <a:endParaRPr lang="uk-UA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BBFAAAB-592A-4456-A1FC-B4CBB3E2B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471" y="576900"/>
            <a:ext cx="4633057" cy="4360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549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927EDB-39C9-480D-A91D-A758B301E9BC}"/>
              </a:ext>
            </a:extLst>
          </p:cNvPr>
          <p:cNvSpPr txBox="1">
            <a:spLocks/>
          </p:cNvSpPr>
          <p:nvPr/>
        </p:nvSpPr>
        <p:spPr>
          <a:xfrm flipH="1">
            <a:off x="2453418" y="0"/>
            <a:ext cx="4237164" cy="6705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uk-UA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Провайдери в 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Terraform</a:t>
            </a:r>
            <a:endParaRPr lang="uk-UA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CADF16A-6B28-4BB5-A5F2-160A473BF0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57" r="1659"/>
          <a:stretch/>
        </p:blipFill>
        <p:spPr>
          <a:xfrm>
            <a:off x="2975382" y="744558"/>
            <a:ext cx="3715200" cy="24511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DC4C92-08F1-4D73-9187-5F259C676011}"/>
              </a:ext>
            </a:extLst>
          </p:cNvPr>
          <p:cNvSpPr txBox="1"/>
          <p:nvPr/>
        </p:nvSpPr>
        <p:spPr>
          <a:xfrm>
            <a:off x="208800" y="1389672"/>
            <a:ext cx="283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Популярні провайдери: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F3A2783-E9BB-421F-81B5-D3E22052F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200" y="3723974"/>
            <a:ext cx="6969600" cy="9127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D0FB87-1DA4-46EF-A390-77523B154376}"/>
              </a:ext>
            </a:extLst>
          </p:cNvPr>
          <p:cNvSpPr txBox="1"/>
          <p:nvPr/>
        </p:nvSpPr>
        <p:spPr>
          <a:xfrm>
            <a:off x="280800" y="3275190"/>
            <a:ext cx="283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Provider workflow:</a:t>
            </a:r>
            <a:endParaRPr lang="uk-UA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5561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2BBCD1-5BD8-4FDD-B9E9-E25CAF984015}"/>
              </a:ext>
            </a:extLst>
          </p:cNvPr>
          <p:cNvSpPr txBox="1">
            <a:spLocks/>
          </p:cNvSpPr>
          <p:nvPr/>
        </p:nvSpPr>
        <p:spPr>
          <a:xfrm flipH="1">
            <a:off x="2357109" y="0"/>
            <a:ext cx="4429782" cy="6705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uk-UA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Ресурси в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Terraform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11F5C35-5AFC-43A3-BA52-6A5601DC75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000" y="722734"/>
            <a:ext cx="47448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Ресурси</a:t>
            </a:r>
            <a:r>
              <a:rPr kumimoji="0" lang="en-US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будівельні блоки інфраструктури.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Приклади: VPC, VM.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Управління через код.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550A7CA-69BA-48B4-AB0F-AC4EAE6155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339" t="5467" r="5598" b="10315"/>
          <a:stretch/>
        </p:blipFill>
        <p:spPr>
          <a:xfrm>
            <a:off x="4982400" y="722734"/>
            <a:ext cx="3938400" cy="21816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73A4F8F-AA33-4416-BA79-182CE09FEFD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80800" y="2424458"/>
            <a:ext cx="4654720" cy="2145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646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A3ACBB-C259-4F1B-AE88-9D97BC79F079}"/>
              </a:ext>
            </a:extLst>
          </p:cNvPr>
          <p:cNvSpPr txBox="1">
            <a:spLocks/>
          </p:cNvSpPr>
          <p:nvPr/>
        </p:nvSpPr>
        <p:spPr>
          <a:xfrm flipH="1">
            <a:off x="1909354" y="0"/>
            <a:ext cx="5325291" cy="6705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uk-UA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Робочий цикл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Terraform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7BAB822-B76A-4591-9CBC-FC4EFB81B2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971"/>
          <a:stretch/>
        </p:blipFill>
        <p:spPr>
          <a:xfrm>
            <a:off x="270000" y="778500"/>
            <a:ext cx="8604000" cy="3818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941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E9768A-6EA6-4B71-A551-0B2FF16C38C1}"/>
              </a:ext>
            </a:extLst>
          </p:cNvPr>
          <p:cNvSpPr txBox="1">
            <a:spLocks/>
          </p:cNvSpPr>
          <p:nvPr/>
        </p:nvSpPr>
        <p:spPr>
          <a:xfrm flipH="1">
            <a:off x="1851754" y="0"/>
            <a:ext cx="5440492" cy="6705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HCL – </a:t>
            </a:r>
            <a:r>
              <a:rPr lang="uk-UA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мова конфігурації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9C6934-4C74-4BBA-9686-D292573F4E7E}"/>
              </a:ext>
            </a:extLst>
          </p:cNvPr>
          <p:cNvSpPr txBox="1"/>
          <p:nvPr/>
        </p:nvSpPr>
        <p:spPr>
          <a:xfrm>
            <a:off x="244800" y="1020646"/>
            <a:ext cx="3456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HashiCorp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Configuration Language</a:t>
            </a:r>
          </a:p>
          <a:p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-Декларативна</a:t>
            </a:r>
          </a:p>
          <a:p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-Проста структура</a:t>
            </a:r>
          </a:p>
          <a:p>
            <a:r>
              <a:rPr lang="uk-UA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-Для опису інфраструктури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635873E-08E0-488D-A267-E610EA0D9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9660" y="1020646"/>
            <a:ext cx="4928340" cy="3329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693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5F23EE-96FA-4C01-A214-6FB990654632}"/>
              </a:ext>
            </a:extLst>
          </p:cNvPr>
          <p:cNvSpPr txBox="1">
            <a:spLocks/>
          </p:cNvSpPr>
          <p:nvPr/>
        </p:nvSpPr>
        <p:spPr>
          <a:xfrm flipH="1">
            <a:off x="2805077" y="0"/>
            <a:ext cx="3533846" cy="6705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uk-UA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HCL</a:t>
            </a:r>
          </a:p>
        </p:txBody>
      </p:sp>
      <p:graphicFrame>
        <p:nvGraphicFramePr>
          <p:cNvPr id="3" name="Схема 2">
            <a:extLst>
              <a:ext uri="{FF2B5EF4-FFF2-40B4-BE49-F238E27FC236}">
                <a16:creationId xmlns:a16="http://schemas.microsoft.com/office/drawing/2014/main" id="{C485B8BB-C793-4E9E-B26B-A7BD1C3F1C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0796425"/>
              </p:ext>
            </p:extLst>
          </p:nvPr>
        </p:nvGraphicFramePr>
        <p:xfrm>
          <a:off x="708070" y="1963386"/>
          <a:ext cx="3458400" cy="2880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1DB1E994-36AF-46CC-A99F-699ABA365A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00" y="816660"/>
            <a:ext cx="37656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Провайдер: </a:t>
            </a:r>
            <a:r>
              <a:rPr lang="uk-UA" altLang="uk-UA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алаштування хмари.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Ресурс: </a:t>
            </a:r>
            <a:r>
              <a:rPr lang="uk-UA" altLang="uk-UA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пис об’єктів (VPC, VM).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Змінні: </a:t>
            </a:r>
            <a:r>
              <a:rPr lang="uk-UA" altLang="uk-UA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нучкість конфігурації. 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BDCCBE5-AD09-4C4A-93A6-B1C19C840C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1463" y="786650"/>
            <a:ext cx="3140937" cy="357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694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5C2E0B-36F9-4A38-B9C5-B72BAA2FFD89}"/>
              </a:ext>
            </a:extLst>
          </p:cNvPr>
          <p:cNvSpPr txBox="1">
            <a:spLocks/>
          </p:cNvSpPr>
          <p:nvPr/>
        </p:nvSpPr>
        <p:spPr>
          <a:xfrm flipH="1">
            <a:off x="2805077" y="0"/>
            <a:ext cx="3533846" cy="6705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uk-UA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Що таке </a:t>
            </a:r>
            <a:r>
              <a:rPr lang="uk-UA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стейт</a:t>
            </a:r>
            <a:r>
              <a:rPr lang="uk-UA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D0521E2-18F2-4EBF-844C-178399FD7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342" y="2163470"/>
            <a:ext cx="6923316" cy="1969330"/>
          </a:xfrm>
          <a:prstGeom prst="rect">
            <a:avLst/>
          </a:prstGeom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666F8904-47DB-4BA8-BC22-04DFD1147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800" y="879300"/>
            <a:ext cx="73080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uk-UA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terraform.tfstate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зберігає метадані ресурсів і стан інфраструктури.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Створюється після першого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terraform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apply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terraform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оновлює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стейт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перед змінами. </a:t>
            </a:r>
          </a:p>
        </p:txBody>
      </p:sp>
    </p:spTree>
    <p:extLst>
      <p:ext uri="{BB962C8B-B14F-4D97-AF65-F5344CB8AC3E}">
        <p14:creationId xmlns:p14="http://schemas.microsoft.com/office/powerpoint/2010/main" val="3298885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313317-35FF-4DCE-97F7-48C5814CDE89}"/>
              </a:ext>
            </a:extLst>
          </p:cNvPr>
          <p:cNvSpPr txBox="1">
            <a:spLocks/>
          </p:cNvSpPr>
          <p:nvPr/>
        </p:nvSpPr>
        <p:spPr>
          <a:xfrm flipH="1">
            <a:off x="2298938" y="0"/>
            <a:ext cx="4546123" cy="6705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uk-UA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Призначення </a:t>
            </a:r>
            <a:r>
              <a:rPr lang="uk-UA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стейту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0A80F35-CBF5-4E01-9CAB-F25044B6F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99" y="1887340"/>
            <a:ext cx="7725600" cy="258566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520F2BE-D9DB-4D69-AC76-9E4E3D5FF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123" y="670500"/>
            <a:ext cx="556267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Перевіряє конфігурацію перед оновленням ресурсів.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Використовує унікальні ID для розрізнення ресурсів.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Підтримує порядок дій для інфраструктури. </a:t>
            </a:r>
          </a:p>
        </p:txBody>
      </p:sp>
    </p:spTree>
    <p:extLst>
      <p:ext uri="{BB962C8B-B14F-4D97-AF65-F5344CB8AC3E}">
        <p14:creationId xmlns:p14="http://schemas.microsoft.com/office/powerpoint/2010/main" val="30118532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A66008-C0A4-4BD4-9726-DE87D461A64D}"/>
              </a:ext>
            </a:extLst>
          </p:cNvPr>
          <p:cNvSpPr txBox="1">
            <a:spLocks/>
          </p:cNvSpPr>
          <p:nvPr/>
        </p:nvSpPr>
        <p:spPr>
          <a:xfrm flipH="1">
            <a:off x="2593069" y="0"/>
            <a:ext cx="3957862" cy="6705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uk-UA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Зберігання </a:t>
            </a:r>
            <a:r>
              <a:rPr lang="uk-UA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стейту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6CE5D2-2B9B-4BEF-A61C-DD24F8EDDB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800" y="670500"/>
            <a:ext cx="4068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Локально: Зберігається в директорії.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Віддалено: S3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Bucket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для команд. 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196D441-2991-48C6-ACD3-8B683EFE6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200" y="1341000"/>
            <a:ext cx="6415200" cy="3481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1089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A7E1CC-54F7-432D-9E7B-2E157E1CDAD2}"/>
              </a:ext>
            </a:extLst>
          </p:cNvPr>
          <p:cNvSpPr txBox="1">
            <a:spLocks/>
          </p:cNvSpPr>
          <p:nvPr/>
        </p:nvSpPr>
        <p:spPr>
          <a:xfrm flipH="1">
            <a:off x="2232534" y="0"/>
            <a:ext cx="4678931" cy="6705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uk-UA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Синхронізація </a:t>
            </a:r>
            <a:r>
              <a:rPr lang="uk-UA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стейту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A59F7B9-CA4E-46C9-A096-05EE6F434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200" y="670500"/>
            <a:ext cx="449353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terraform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pull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оновлення локально.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Уникнення конфліктів у команді. 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D7F311E-EAA2-474C-8E7B-5CFB105AE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40" y="1509448"/>
            <a:ext cx="8183117" cy="271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7153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DE783C-B1BC-4954-A592-AEA3DC1F31C1}"/>
              </a:ext>
            </a:extLst>
          </p:cNvPr>
          <p:cNvSpPr txBox="1">
            <a:spLocks/>
          </p:cNvSpPr>
          <p:nvPr/>
        </p:nvSpPr>
        <p:spPr>
          <a:xfrm flipH="1">
            <a:off x="2768667" y="0"/>
            <a:ext cx="2955333" cy="489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uk-UA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Робочі простори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A6C3DD7-B1F8-4DC0-AA49-933C7AA95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850" y="489600"/>
            <a:ext cx="382348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Окремі </a:t>
            </a: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стейти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для кожної робочої зони.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terraform.tfstate.d</a:t>
            </a: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для імен.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B5ED6C0-805F-49BC-8C8D-A55585335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591" y="1072103"/>
            <a:ext cx="6760800" cy="211308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2676DC9-2509-4298-9E44-14FAA27C0C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850" y="3185191"/>
            <a:ext cx="6386400" cy="173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6480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2FEE64-5E28-40D7-A84A-A1B0C39A3ACC}"/>
              </a:ext>
            </a:extLst>
          </p:cNvPr>
          <p:cNvSpPr txBox="1">
            <a:spLocks/>
          </p:cNvSpPr>
          <p:nvPr/>
        </p:nvSpPr>
        <p:spPr>
          <a:xfrm flipH="1">
            <a:off x="2377933" y="0"/>
            <a:ext cx="4388133" cy="489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uk-UA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Приклад – створення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VM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33516D2-AF38-40DA-89A8-1F214BCF1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00" y="520378"/>
            <a:ext cx="475162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 файлу main.tf.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Налаштування провайдера GCP з сервіс-акаунтом.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78BA165-839F-46FB-AF25-97E586737C1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11616" y="1463537"/>
            <a:ext cx="6120765" cy="299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663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5064EB-3AEC-4D01-8552-F8711BFA45A4}"/>
              </a:ext>
            </a:extLst>
          </p:cNvPr>
          <p:cNvSpPr txBox="1">
            <a:spLocks/>
          </p:cNvSpPr>
          <p:nvPr/>
        </p:nvSpPr>
        <p:spPr>
          <a:xfrm flipH="1">
            <a:off x="2377933" y="0"/>
            <a:ext cx="4388133" cy="489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uk-UA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Приклад – створення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VM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1676484-8E74-450E-B6AE-777B44568E7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68329" y="648000"/>
            <a:ext cx="3619208" cy="4004587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6B03EB2-01CB-4CB7-ADF4-758F4B4EA39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679773" y="970610"/>
            <a:ext cx="4172585" cy="279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22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A26767-9F83-4D3C-B732-245CAC26F431}"/>
              </a:ext>
            </a:extLst>
          </p:cNvPr>
          <p:cNvSpPr txBox="1">
            <a:spLocks/>
          </p:cNvSpPr>
          <p:nvPr/>
        </p:nvSpPr>
        <p:spPr>
          <a:xfrm flipH="1">
            <a:off x="2377933" y="0"/>
            <a:ext cx="4388133" cy="489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uk-UA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Приклад – створення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VM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CBAE7E7-0BF1-4990-A92A-A194B3D1EE9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38017" y="625787"/>
            <a:ext cx="6120765" cy="112712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B663E2C-6050-4C93-839A-333226F5968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377933" y="2001208"/>
            <a:ext cx="6120765" cy="251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4298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F1CCDB-C887-469D-B2A0-583DECDD5CAD}"/>
              </a:ext>
            </a:extLst>
          </p:cNvPr>
          <p:cNvSpPr txBox="1">
            <a:spLocks/>
          </p:cNvSpPr>
          <p:nvPr/>
        </p:nvSpPr>
        <p:spPr>
          <a:xfrm flipH="1">
            <a:off x="2377933" y="0"/>
            <a:ext cx="4388133" cy="489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uk-UA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Приклад – створення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VM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53B0D39-B38F-44D5-974B-27EACF46EB9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34017" y="605007"/>
            <a:ext cx="6120765" cy="283908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A60951F-9142-4179-8122-5338A58F9C1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447617" y="3754347"/>
            <a:ext cx="6120765" cy="903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2245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80AACE-274A-4C1B-A3E4-A3F0D8F426D0}"/>
              </a:ext>
            </a:extLst>
          </p:cNvPr>
          <p:cNvSpPr txBox="1">
            <a:spLocks/>
          </p:cNvSpPr>
          <p:nvPr/>
        </p:nvSpPr>
        <p:spPr>
          <a:xfrm flipH="1">
            <a:off x="2377933" y="0"/>
            <a:ext cx="4388133" cy="489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uk-UA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Приклад – створення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VM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4686B25-BA8A-4D66-96FB-1EB42A74308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11616" y="1048960"/>
            <a:ext cx="6120765" cy="278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738156"/>
      </p:ext>
    </p:extLst>
  </p:cSld>
  <p:clrMapOvr>
    <a:masterClrMapping/>
  </p:clrMapOvr>
</p:sld>
</file>

<file path=ppt/theme/theme1.xml><?xml version="1.0" encoding="utf-8"?>
<a:theme xmlns:a="http://schemas.openxmlformats.org/drawingml/2006/main" name="Tech Startup XL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88D3CE"/>
      </a:accent1>
      <a:accent2>
        <a:srgbClr val="423864"/>
      </a:accent2>
      <a:accent3>
        <a:srgbClr val="78909C"/>
      </a:accent3>
      <a:accent4>
        <a:srgbClr val="88D3CE"/>
      </a:accent4>
      <a:accent5>
        <a:srgbClr val="0097A7"/>
      </a:accent5>
      <a:accent6>
        <a:srgbClr val="423864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13160</TotalTime>
  <Words>341</Words>
  <Application>Microsoft Macintosh PowerPoint</Application>
  <PresentationFormat>On-screen Show (16:9)</PresentationFormat>
  <Paragraphs>80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Roboto Condensed</vt:lpstr>
      <vt:lpstr>Roboto Condensed Light</vt:lpstr>
      <vt:lpstr>Arial</vt:lpstr>
      <vt:lpstr>Times New Roman</vt:lpstr>
      <vt:lpstr>Squada One</vt:lpstr>
      <vt:lpstr>Tech Startup XL by Slidesgo</vt:lpstr>
      <vt:lpstr>Terraform: Вступ</vt:lpstr>
      <vt:lpstr>Terraform: Вступ</vt:lpstr>
      <vt:lpstr>Що таке Infrastructure as Code (IAC)?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Настя Чуйкова</dc:creator>
  <cp:lastModifiedBy>Nazar Pleskanka</cp:lastModifiedBy>
  <cp:revision>46</cp:revision>
  <dcterms:modified xsi:type="dcterms:W3CDTF">2025-10-14T07:06:45Z</dcterms:modified>
</cp:coreProperties>
</file>