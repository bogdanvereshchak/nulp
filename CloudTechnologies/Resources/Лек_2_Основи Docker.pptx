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29"/>
  </p:handout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80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1" r:id="rId24"/>
    <p:sldId id="276" r:id="rId25"/>
    <p:sldId id="277" r:id="rId26"/>
    <p:sldId id="278" r:id="rId27"/>
    <p:sldId id="279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2702560" y="621665"/>
            <a:ext cx="6293485" cy="375539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985" y="3728342"/>
            <a:ext cx="9144000" cy="2187001"/>
          </a:xfrm>
        </p:spPr>
        <p:txBody>
          <a:bodyPr/>
          <a:p>
            <a:r>
              <a:rPr lang="en-US" altLang="en-US" sz="8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Основи</a:t>
            </a:r>
            <a:r>
              <a:rPr lang="en-US" altLang="ru-RU" sz="8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Docker</a:t>
            </a:r>
            <a:endParaRPr lang="en-US" altLang="ru-RU" sz="8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Чому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важливий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8123555" cy="1799590"/>
          </a:xfrm>
        </p:spPr>
        <p:txBody>
          <a:bodyPr>
            <a:normAutofit lnSpcReduction="10000"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Спрощує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застосунків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DevOps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хмарах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Підвищує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продуктивність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949450" y="2862580"/>
            <a:ext cx="7564120" cy="3798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Docker?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платформа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контейнеризації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створювати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доставляти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ізольованому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ru-RU" sz="5400" b="1">
                <a:solidFill>
                  <a:schemeClr val="tx1"/>
                </a:solidFill>
              </a:rPr>
              <a:t>App </a:t>
            </a:r>
            <a:r>
              <a:rPr lang="en-US" altLang="en-US" sz="5400" b="1">
                <a:solidFill>
                  <a:schemeClr val="tx1"/>
                </a:solidFill>
              </a:rPr>
              <a:t>→</a:t>
            </a:r>
            <a:r>
              <a:rPr lang="en-US" altLang="ru-RU" sz="5400" b="1">
                <a:solidFill>
                  <a:schemeClr val="tx1"/>
                </a:solidFill>
              </a:rPr>
              <a:t> Container </a:t>
            </a:r>
            <a:r>
              <a:rPr lang="en-US" altLang="en-US" sz="5400" b="1">
                <a:solidFill>
                  <a:schemeClr val="tx1"/>
                </a:solidFill>
              </a:rPr>
              <a:t>→</a:t>
            </a:r>
            <a:r>
              <a:rPr lang="en-US" altLang="ru-RU" sz="5400" b="1">
                <a:solidFill>
                  <a:schemeClr val="tx1"/>
                </a:solidFill>
              </a:rPr>
              <a:t> Host</a:t>
            </a:r>
            <a:endParaRPr lang="en-US" altLang="ru-RU" sz="5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Архітектура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8858250" cy="2949575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Engine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CLI (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інтерфейс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рядка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API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OS + Containers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4993005" y="2731135"/>
            <a:ext cx="6170295" cy="412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Daemon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6197600" cy="2407285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контейнерами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build, run, stop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Спілкується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 CLI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5969635" y="2900045"/>
            <a:ext cx="5688330" cy="337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Hub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6276340" cy="1319530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Глобальний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реєстр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образів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Публічні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приватні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образи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2113915" y="2712720"/>
            <a:ext cx="7789545" cy="4063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Image (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Образ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8246110" cy="1630680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Статичний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шаблон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Складається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шарів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контейнерів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3161030" y="3067051"/>
            <a:ext cx="6286500" cy="37909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Container (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5814695" cy="1603375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Запущений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Ізольоване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середовище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швидкий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2537460" y="3187700"/>
            <a:ext cx="7117715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6593205" y="2091055"/>
            <a:ext cx="5598795" cy="291401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Образи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vs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960"/>
            <a:ext cx="6499860" cy="4592320"/>
          </a:xfrm>
        </p:spPr>
        <p:txBody>
          <a:bodyPr>
            <a:normAutofit fontScale="70000"/>
          </a:bodyPr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Docker Image (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образ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):</a:t>
            </a:r>
            <a:endParaRPr lang="en-US" altLang="ru-RU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Статичний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шаблон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який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містить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додаток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всі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його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залежності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змінюється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час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запуску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Використовується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створення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Docker Container (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):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Виконуваний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екземпляр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образу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Може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змінюватися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час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роботи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запис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даних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volume).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Ізольований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інших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хост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системи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текстовий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інструкціями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аргументами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Docker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автоматично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створювати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зчитуючи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інструкції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надані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Dockerfile</a:t>
            </a:r>
            <a:r>
              <a:rPr lang="uk-UA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6235" y="3429000"/>
            <a:ext cx="5324475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Dockerfile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команди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build/run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Dockerfile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текстовий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файл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який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описує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як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створити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Docker Image.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Основні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інструкції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US" altLang="ru-RU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FROM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базовий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образ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COPY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копіювання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файлів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RUN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виконання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команд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час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збірки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CMD / ENTRYPOINT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команда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запуску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Команди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Docker:</a:t>
            </a:r>
            <a:endParaRPr lang="en-US" altLang="ru-RU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docker build -t myimage .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створення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образу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Dockerfile.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docker run -d -p 8080:80 myimage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запуск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фоновому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режимі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пробросом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портів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altLang="en-US"/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6777355" y="2306320"/>
            <a:ext cx="4979035" cy="2600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Збірка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образу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допомогою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Dockerfile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необхідних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файлів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папок</a:t>
            </a:r>
            <a:endParaRPr lang="en-US" altLang="en-US" b="1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b="1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папку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назвою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nginx-image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папку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назвою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mkdir nginx-image &amp;&amp; cd nginx-image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mkdir files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dockerignore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touch .dockerignore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зразка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HTML-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файлу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&lt;html&gt;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&lt;head&gt;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&lt;title&gt;Dockerfile&lt;/title&gt;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&lt;/head&gt;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&lt;body&gt;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&lt;div class="container"&gt;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&lt;h1&gt;My App&lt;/h1&gt;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&lt;h2&gt;This is my first app&lt;/h2&gt;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&lt;p&gt;Hello everyone, This is running via Docker container&lt;/p&gt;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&lt;/div&gt;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&lt;/body&gt;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&lt;/html&gt;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Dockerfile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ростий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Dockerfile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контент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ubuntu:18.04  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 maintainer="contact@devopscube.com" 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 apt-get -y update &amp;&amp; apt-get -y install nginx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files/default /etc/nginx/sites-available/default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files/index.html /usr/share/nginx/html/index.html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EXPOSE 80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CMD ["/usr/sbin/nginx", "-g", "daemon off;"]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Створ</a:t>
            </a:r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ення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образ</a:t>
            </a:r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275" y="1684020"/>
            <a:ext cx="6341745" cy="4921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Список зображень</a:t>
            </a:r>
            <a:endParaRPr lang="uk-UA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1988820"/>
          </a:xfrm>
        </p:spPr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Тепер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ми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переглянути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список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зображень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допомогою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цієї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команди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latin typeface="Arial" panose="020B0604020202020204" pitchFamily="34" charset="0"/>
                <a:cs typeface="Arial" panose="020B0604020202020204" pitchFamily="34" charset="0"/>
              </a:rPr>
              <a:t>docker images</a:t>
            </a:r>
            <a:endParaRPr lang="en-US" altLang="ru-R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985" y="3814445"/>
            <a:ext cx="7218045" cy="2332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Запуск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образу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Docker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uk-UA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апус</a:t>
            </a:r>
            <a:r>
              <a:rPr lang="uk-UA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</a:t>
            </a:r>
            <a:r>
              <a:rPr lang="uk-UA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</a:t>
            </a:r>
            <a:endParaRPr lang="en-US" altLang="ru-RU" b="1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run -d -p 9090:80 --name webserver nginx:1.0 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-d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прапорець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призначений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окремому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режимі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прапорець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номера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порту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--name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назви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Перевірка контейнера</a:t>
            </a:r>
            <a:endParaRPr lang="uk-UA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ожемо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перевірити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допомогою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команди</a:t>
            </a:r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ru-RU" b="1">
                <a:latin typeface="Arial" panose="020B0604020202020204" pitchFamily="34" charset="0"/>
                <a:cs typeface="Arial" panose="020B0604020202020204" pitchFamily="34" charset="0"/>
              </a:rPr>
              <a:t>docker ps</a:t>
            </a:r>
            <a:endParaRPr lang="en-US" altLang="ru-R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3103880"/>
            <a:ext cx="10600055" cy="17951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Volumes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3690"/>
            <a:ext cx="10515600" cy="4593590"/>
          </a:xfrm>
        </p:spPr>
        <p:txBody>
          <a:bodyPr>
            <a:normAutofit fontScale="70000"/>
          </a:bodyPr>
          <a:p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постійні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сховища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керовані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Docker.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Можна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явно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допомогою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 volume create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сервісу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Томи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є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гарним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вибором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таких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випадків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використання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ru-RU" b="1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Резервне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копіювання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міграцію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легше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створювати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ніж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монтувань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можете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керувати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допомогою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 CLI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 API.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працюють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Linux,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Windows.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безпечніше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розподіляти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кількома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Вміст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попередньо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заповнений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контейнером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збіркою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вашій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потрібен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високопродуктивний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ввід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вивід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network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36700"/>
            <a:ext cx="10515600" cy="4351338"/>
          </a:xfrm>
        </p:spPr>
        <p:txBody>
          <a:bodyPr/>
          <a:p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ерування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uk-UA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використовувати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підкоманди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перевірки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перегляду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видалення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скорочення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підключення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відключення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</a:t>
            </a:r>
            <a:r>
              <a:rPr lang="en-US" altLang="ru-RU">
                <a:solidFill>
                  <a:srgbClr val="202020"/>
                </a:solidFill>
              </a:rPr>
              <a:t>.</a:t>
            </a:r>
            <a:endParaRPr lang="en-US" altLang="ru-RU">
              <a:solidFill>
                <a:srgbClr val="202020"/>
              </a:solidFill>
            </a:endParaRPr>
          </a:p>
          <a:p>
            <a:endParaRPr lang="en-US" altLang="ru-RU">
              <a:solidFill>
                <a:srgbClr val="202020"/>
              </a:solidFill>
            </a:endParaRPr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647700" y="3111500"/>
          <a:ext cx="10515600" cy="306705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21970"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Command</a:t>
                      </a:r>
                      <a:endParaRPr lang="en-US" altLang="zh-CN" sz="2800" b="0"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Description</a:t>
                      </a:r>
                      <a:endParaRPr lang="en-US" altLang="zh-CN" sz="2800" b="0"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docker network connect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Connect a container to a network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docker network create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Create a network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docker network disconnect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Disconnect a container from a network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docker network inspect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Display detailed information on one or more networks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docker network ls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List networks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docker network prune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Remove all unused networks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docker network rm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202020"/>
                          </a:solidFill>
                          <a:latin typeface="Arial" panose="020B0604020202020204" pitchFamily="34" charset="0"/>
                          <a:ea typeface="roboto flex"/>
                          <a:cs typeface="Arial" panose="020B0604020202020204" pitchFamily="34" charset="0"/>
                        </a:rPr>
                        <a:t>Remove one or more networks</a:t>
                      </a:r>
                      <a:endParaRPr lang="en-US" altLang="zh-CN" sz="2000" b="0">
                        <a:solidFill>
                          <a:srgbClr val="202020"/>
                        </a:solidFill>
                        <a:latin typeface="Arial" panose="020B0604020202020204" pitchFamily="34" charset="0"/>
                        <a:ea typeface="roboto flex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250950" y="476885"/>
            <a:ext cx="9689465" cy="6015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Типи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мереж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>
            <a:normAutofit fontScale="60000"/>
          </a:bodyPr>
          <a:p>
            <a:r>
              <a:rPr lang="en-US" altLang="en-US" sz="33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Основні</a:t>
            </a:r>
            <a:r>
              <a:rPr lang="en-US" altLang="ru-RU" sz="33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типи</a:t>
            </a:r>
            <a:r>
              <a:rPr lang="en-US" altLang="ru-RU" sz="33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</a:t>
            </a:r>
            <a:r>
              <a:rPr lang="en-US" altLang="ru-RU" sz="33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Docker:</a:t>
            </a:r>
            <a:endParaRPr lang="en-US" altLang="ru-RU" sz="3300" b="1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Bridge (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Міст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мережевий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драйвер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замовчуванням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Він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створює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віртуальний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міст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одному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хості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дозволяючи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їм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спілкуватися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собою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(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Хост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режим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видаляє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мережеву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ізоляцію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контейнером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хостом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Docker.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мережевий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простір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хоста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тобто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доступ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мережевих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інтерфейсів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портів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хост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корисним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підвищення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продуктивності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певних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випадках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Overlay (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Накладання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використовується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розподілених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декількома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хостами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різних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кластерах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 Swarm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спілкуватися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один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одним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Macvlan: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призначати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MAC-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адресу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роблячи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його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видимим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окремий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пристрій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вашій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фізичній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безпосередньо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підключатися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зовнішньої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(</a:t>
            </a:r>
            <a:r>
              <a:rPr lang="en-US" altLang="en-US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Жодного</a:t>
            </a:r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uk-UA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Вимикає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мережеві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інтерфейси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повністю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ізолюючи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його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контейнері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35940" y="1729740"/>
            <a:ext cx="4165600" cy="4351655"/>
          </a:xfrm>
        </p:spPr>
        <p:txBody>
          <a:bodyPr>
            <a:normAutofit fontScale="60000"/>
          </a:bodyPr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Використовуємо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офіційний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python:3.10-slim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Встановлюємо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робочу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директорію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WORKDIR /app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Копіюємо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requirements.txt 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pip install -r requirements.txt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Копіюємо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. .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Запускаємо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додаток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CMD ["python", "app.py"]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4701540" y="2336165"/>
            <a:ext cx="37407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from flask import Flask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app = Flask(__name__)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@app.route("/")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def hello():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   return "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Привіт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контейнера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 + Python!"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if __name__ == "__main__":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   app.run(host="0.0.0.0", port=5000)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533130" y="2589530"/>
            <a:ext cx="33350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Створюємо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образ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build -t my-python-app .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Запускаємо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run -p 5000:5000 my-python-app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8116570" y="4740275"/>
            <a:ext cx="3448050" cy="16548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Nginx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контейнері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веб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офіційного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nginx:latest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Можливість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швидкого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сайтів</a:t>
            </a:r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Використовуємо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офіційний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Nginx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nginx:latest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Копіюємо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наш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сайт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стандартну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директорію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Nginx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index.html /usr/share/nginx/html/</a:t>
            </a: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8135620" y="2927350"/>
            <a:ext cx="3447415" cy="9359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Docker: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недоліки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853440" y="1969770"/>
          <a:ext cx="10485120" cy="331851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553085"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✅ Переваги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/>
                        <a:t>❌ Недоліки</a:t>
                      </a:r>
                      <a:endParaRPr lang="en-US" altLang="zh-CN" sz="18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</a:tr>
              <a:tr h="55308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Портативність між системами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Споживає ресурси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5308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Швидке розгортання застосунків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Складність для новачків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5308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Легка масштабованість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Питання безпеки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5308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Економія часу розробників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Потреба у правильній конфігурації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5308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Підтримка мікросервісної архітектури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Менша продуктивність порівняно з “bare metal”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7*193"/>
  <p:tag name="TABLE_ENDDRAG_RECT" val="51*252*827*193"/>
</p:tagLst>
</file>

<file path=ppt/tags/tag2.xml><?xml version="1.0" encoding="utf-8"?>
<p:tagLst xmlns:p="http://schemas.openxmlformats.org/presentationml/2006/main">
  <p:tag name="TABLE_ENDDRAG_ORIGIN_RECT" val="825*261"/>
  <p:tag name="TABLE_ENDDRAG_RECT" val="67*155*825*2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6276</Words>
  <Application>WPS Presentation</Application>
  <PresentationFormat>宽屏</PresentationFormat>
  <Paragraphs>267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roboto flex</vt:lpstr>
      <vt:lpstr>Segoe Print</vt:lpstr>
      <vt:lpstr>黑体</vt:lpstr>
      <vt:lpstr>Bookman Old Style</vt:lpstr>
      <vt:lpstr>Comic Sans MS</vt:lpstr>
      <vt:lpstr>Office Theme</vt:lpstr>
      <vt:lpstr>Основи Docker</vt:lpstr>
      <vt:lpstr>Чому Docker важливий?</vt:lpstr>
      <vt:lpstr>Що таке Docker?</vt:lpstr>
      <vt:lpstr>Архітектура Docker</vt:lpstr>
      <vt:lpstr>Docker Daemon</vt:lpstr>
      <vt:lpstr>Docker Hub</vt:lpstr>
      <vt:lpstr>Docker Image (Образ)</vt:lpstr>
      <vt:lpstr>Docker Container (Контейнер)</vt:lpstr>
      <vt:lpstr>Образи vs Контейнери</vt:lpstr>
      <vt:lpstr>Dockerfile</vt:lpstr>
      <vt:lpstr>PowerPoint 演示文稿</vt:lpstr>
      <vt:lpstr>Збірка образу Docker за допомогою Dockerfile</vt:lpstr>
      <vt:lpstr>Створення зразка HTML-файлу</vt:lpstr>
      <vt:lpstr>Створення Dockerfile</vt:lpstr>
      <vt:lpstr>Створіть свій перший образ Docker</vt:lpstr>
      <vt:lpstr>PowerPoint 演示文稿</vt:lpstr>
      <vt:lpstr>PowerPoint 演示文稿</vt:lpstr>
      <vt:lpstr>PowerPoint 演示文稿</vt:lpstr>
      <vt:lpstr>Volumes</vt:lpstr>
      <vt:lpstr>docker network</vt:lpstr>
      <vt:lpstr>PowerPoint 演示文稿</vt:lpstr>
      <vt:lpstr>Типи мереж у Docker</vt:lpstr>
      <vt:lpstr>Python у контейнері</vt:lpstr>
      <vt:lpstr>Nginx у контейнері</vt:lpstr>
      <vt:lpstr>Docker: переваги та недоліки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2025-08-17T18:46:00Z</dcterms:created>
  <dcterms:modified xsi:type="dcterms:W3CDTF">2025-08-23T14:06:16Z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1049-12.2.0.21931</vt:lpwstr>
  </property>
  <property fmtid="{D5CDD505-2E9C-101B-9397-08002B2CF9AE}" pid="3" name="ICV">
    <vt:lpwstr>977EA2A092F14FD6AA1DCEA753173512_11</vt:lpwstr>
  </property>
</Properties>
</file>