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2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6ADF0-5E2C-41F2-9904-48A9BFC56AB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F06C9-E3EC-462D-B99E-2A3AF4E828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21058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F06C9-E3EC-462D-B99E-2A3AF4E82863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97041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 smtClean="0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99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1625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5325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091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74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3499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350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uk-UA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3335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 smtClean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uk-U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692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100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24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2B9B57B-554A-493F-8947-C8C6995DF4CB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05C7D4A-F6B3-4DC9-9A80-1504582B495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32771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51164" y="2420546"/>
            <a:ext cx="11289672" cy="240495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cap="none" dirty="0" err="1" smtClean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Бакалаврська</a:t>
            </a:r>
            <a:r>
              <a:rPr lang="ru-RU" cap="none" dirty="0" smtClean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 err="1" smtClean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кваліфікаційна</a:t>
            </a:r>
            <a:r>
              <a:rPr lang="ru-RU" cap="none" dirty="0" smtClean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робота на тему</a:t>
            </a:r>
            <a:r>
              <a:rPr lang="ru-RU" cap="none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ru-RU" cap="none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cap="none" dirty="0" smtClean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cap="none" dirty="0" err="1" smtClean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Розроблення</a:t>
            </a:r>
            <a:r>
              <a:rPr lang="ru-RU" cap="none" dirty="0" smtClean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 err="1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додатку</a:t>
            </a:r>
            <a:r>
              <a:rPr lang="ru-RU" cap="none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cap="none" dirty="0" err="1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семантичного</a:t>
            </a:r>
            <a:r>
              <a:rPr lang="ru-RU" cap="none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 err="1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</a:t>
            </a:r>
            <a:r>
              <a:rPr lang="ru-RU" cap="none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 err="1" smtClean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облич</a:t>
            </a:r>
            <a:r>
              <a:rPr lang="ru-RU" cap="none" dirty="0" smtClean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uk-UA" cap="none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451164" y="5348426"/>
            <a:ext cx="3280093" cy="1239894"/>
          </a:xfrm>
        </p:spPr>
        <p:txBody>
          <a:bodyPr>
            <a:normAutofit lnSpcReduction="10000"/>
          </a:bodyPr>
          <a:lstStyle/>
          <a:p>
            <a:r>
              <a:rPr lang="uk-UA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</a:t>
            </a:r>
            <a:endParaRPr lang="uk-U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групи </a:t>
            </a:r>
            <a:r>
              <a:rPr lang="uk-UA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КН-409</a:t>
            </a:r>
          </a:p>
          <a:p>
            <a:r>
              <a:rPr lang="uk-UA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Гарасимчук</a:t>
            </a:r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Віталій</a:t>
            </a:r>
          </a:p>
          <a:p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147" y="0"/>
            <a:ext cx="2274056" cy="2157757"/>
          </a:xfrm>
          <a:prstGeom prst="rect">
            <a:avLst/>
          </a:prstGeom>
        </p:spPr>
      </p:pic>
      <p:sp>
        <p:nvSpPr>
          <p:cNvPr id="5" name="Підзаголовок 2"/>
          <p:cNvSpPr txBox="1">
            <a:spLocks/>
          </p:cNvSpPr>
          <p:nvPr/>
        </p:nvSpPr>
        <p:spPr>
          <a:xfrm>
            <a:off x="8460743" y="5336770"/>
            <a:ext cx="3280093" cy="123989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</a:t>
            </a:r>
          </a:p>
          <a:p>
            <a:r>
              <a:rPr lang="uk-UA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канд</a:t>
            </a:r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</a:t>
            </a:r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 каф. САП</a:t>
            </a:r>
          </a:p>
          <a:p>
            <a:r>
              <a:rPr lang="uk-UA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Нестор Наталія Ігорівна</a:t>
            </a:r>
            <a:endParaRPr lang="uk-U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48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561568"/>
            <a:ext cx="7729728" cy="1188720"/>
          </a:xfrm>
        </p:spPr>
        <p:txBody>
          <a:bodyPr>
            <a:normAutofit/>
          </a:bodyPr>
          <a:lstStyle/>
          <a:p>
            <a:r>
              <a:rPr lang="uk-UA" sz="5400" cap="none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  <a:endParaRPr lang="uk-UA" sz="5400" cap="none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50606" y="2559386"/>
            <a:ext cx="11090787" cy="1825801"/>
          </a:xfrm>
        </p:spPr>
        <p:txBody>
          <a:bodyPr>
            <a:normAutofit/>
          </a:bodyPr>
          <a:lstStyle/>
          <a:p>
            <a:pPr algn="just"/>
            <a:r>
              <a:rPr lang="ru-RU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яка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вирішує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семантичного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облич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зображеннях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використанням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моделі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основі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одного генератора та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дискримінатора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Purpose - Pupose Of The Work Icon Png,Work Icon Blue - free transparent png  images - pngaaa.co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24" b="95717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021" r="25577"/>
          <a:stretch/>
        </p:blipFill>
        <p:spPr bwMode="auto">
          <a:xfrm>
            <a:off x="9613585" y="4296697"/>
            <a:ext cx="2342441" cy="251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70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60206" y="905699"/>
            <a:ext cx="9871587" cy="1188720"/>
          </a:xfrm>
        </p:spPr>
        <p:txBody>
          <a:bodyPr>
            <a:noAutofit/>
          </a:bodyPr>
          <a:lstStyle/>
          <a:p>
            <a:r>
              <a:rPr lang="uk-UA" sz="5400" cap="none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дослідження</a:t>
            </a:r>
            <a:endParaRPr lang="uk-UA" sz="5400" cap="none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160207" y="2638044"/>
            <a:ext cx="9871586" cy="3101983"/>
          </a:xfrm>
        </p:spPr>
        <p:txBody>
          <a:bodyPr>
            <a:normAutofit/>
          </a:bodyPr>
          <a:lstStyle/>
          <a:p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галузі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семантичного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облич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полягає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покращенні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ефективності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семантичного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облич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зображеннях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допомогою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нового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підходу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використанням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одного генератора і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дискримінатора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18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60206" y="502576"/>
            <a:ext cx="9871587" cy="1277063"/>
          </a:xfrm>
        </p:spPr>
        <p:txBody>
          <a:bodyPr>
            <a:noAutofit/>
          </a:bodyPr>
          <a:lstStyle/>
          <a:p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</a:t>
            </a:r>
            <a:r>
              <a:rPr lang="ru-RU" sz="5400" cap="none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обробки</a:t>
            </a:r>
            <a:r>
              <a:rPr lang="ru-RU" sz="5400" cap="none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зображень</a:t>
            </a:r>
            <a:endParaRPr lang="uk-UA" sz="5400" cap="none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160206" y="2081781"/>
            <a:ext cx="4001728" cy="3080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обробки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зображення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включає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кілька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основних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кроків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виконує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бажаного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результату.</a:t>
            </a:r>
            <a:endParaRPr lang="uk-UA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016" y="2081781"/>
            <a:ext cx="5857777" cy="4201032"/>
          </a:xfrm>
          <a:prstGeom prst="rect">
            <a:avLst/>
          </a:prstGeom>
        </p:spPr>
      </p:pic>
      <p:sp>
        <p:nvSpPr>
          <p:cNvPr id="5" name="Прямокутник 4"/>
          <p:cNvSpPr/>
          <p:nvPr/>
        </p:nvSpPr>
        <p:spPr>
          <a:xfrm>
            <a:off x="6093251" y="6312309"/>
            <a:ext cx="40193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Процес </a:t>
            </a:r>
            <a:r>
              <a:rPr lang="uk-UA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обробки зображення 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76795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3711" y="138783"/>
            <a:ext cx="9871587" cy="1375386"/>
          </a:xfrm>
        </p:spPr>
        <p:txBody>
          <a:bodyPr>
            <a:noAutofit/>
          </a:bodyPr>
          <a:lstStyle/>
          <a:p>
            <a:r>
              <a:rPr lang="ru-RU" sz="5400" cap="none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</a:t>
            </a:r>
            <a:r>
              <a:rPr lang="ru-RU" sz="5400" cap="none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cap="none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детекції</a:t>
            </a:r>
            <a:r>
              <a:rPr lang="ru-RU" sz="5400" cap="none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cap="none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обличчя</a:t>
            </a:r>
            <a:endParaRPr lang="uk-UA" sz="5400" cap="none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19" y="1828800"/>
            <a:ext cx="5855369" cy="484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23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3711" y="138783"/>
            <a:ext cx="9871587" cy="1581862"/>
          </a:xfrm>
        </p:spPr>
        <p:txBody>
          <a:bodyPr>
            <a:noAutofit/>
          </a:bodyPr>
          <a:lstStyle/>
          <a:p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Технології</a:t>
            </a:r>
            <a:r>
              <a:rPr lang="ru-RU" sz="5400" cap="none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</a:t>
            </a:r>
            <a:r>
              <a:rPr lang="ru-RU" sz="5400" cap="none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</a:t>
            </a:r>
            <a:r>
              <a:rPr lang="ru-RU" sz="5400" cap="none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</a:t>
            </a:r>
            <a:endParaRPr lang="uk-UA" sz="5400" cap="none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Файл:Python logo and wordmark.svg — Вікіпідручник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7"/>
          <a:stretch/>
        </p:blipFill>
        <p:spPr bwMode="auto">
          <a:xfrm>
            <a:off x="536676" y="2706145"/>
            <a:ext cx="3325300" cy="105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ile:AmazonWebservices Logo.svg - Wikimedia Comm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762" y="4424378"/>
            <a:ext cx="2570339" cy="96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Файл:Pytorch logo.png — Википедия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216" y="3021356"/>
            <a:ext cx="2477217" cy="611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etting up Dlib in your Android Projects using Android Studio for Windows  and Mac/Linux | by Ashiqul Islam Shaon | Mediu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7409" y="3547219"/>
            <a:ext cx="3438627" cy="136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Файл:NumPy logo 2020.svg — Вікіпедія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216" y="4687127"/>
            <a:ext cx="3004691" cy="135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Создание telegram бота с помощью библиотеки telebot на Python -  YeMorkovin.ru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048" b="97412" l="9962" r="89962">
                        <a14:foregroundMark x1="40686" y1="39448" x2="40686" y2="39448"/>
                        <a14:foregroundMark x1="40686" y1="16274" x2="40686" y2="16274"/>
                        <a14:foregroundMark x1="59263" y1="15929" x2="59263" y2="15929"/>
                        <a14:foregroundMark x1="59720" y1="39103" x2="59720" y2="39103"/>
                        <a14:foregroundMark x1="19161" y1="70903" x2="19161" y2="70903"/>
                        <a14:foregroundMark x1="26328" y1="72915" x2="26328" y2="72915"/>
                        <a14:foregroundMark x1="36290" y1="71938" x2="36290" y2="71938"/>
                        <a14:foregroundMark x1="45210" y1="72915" x2="45210" y2="72915"/>
                        <a14:foregroundMark x1="55019" y1="76538" x2="55019" y2="76538"/>
                        <a14:foregroundMark x1="64676" y1="74583" x2="64676" y2="74583"/>
                        <a14:foregroundMark x1="80940" y1="74238" x2="80940" y2="742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5512" y="5741537"/>
            <a:ext cx="2221521" cy="98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кутник 2"/>
          <p:cNvSpPr/>
          <p:nvPr/>
        </p:nvSpPr>
        <p:spPr>
          <a:xfrm>
            <a:off x="9675512" y="2356372"/>
            <a:ext cx="21455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Бібліотеки:</a:t>
            </a:r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395389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3711" y="237103"/>
            <a:ext cx="9871587" cy="1375386"/>
          </a:xfrm>
        </p:spPr>
        <p:txBody>
          <a:bodyPr>
            <a:noAutofit/>
          </a:bodyPr>
          <a:lstStyle/>
          <a:p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sz="5400" cap="none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5400" cap="none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</a:t>
            </a:r>
            <a:endParaRPr lang="uk-UA" sz="5400" cap="none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983" y="1909105"/>
            <a:ext cx="4313754" cy="215687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983" y="4287519"/>
            <a:ext cx="4313754" cy="2123948"/>
          </a:xfrm>
          <a:prstGeom prst="rect">
            <a:avLst/>
          </a:prstGeom>
        </p:spPr>
      </p:pic>
      <p:sp>
        <p:nvSpPr>
          <p:cNvPr id="7" name="Прямокутник 6"/>
          <p:cNvSpPr/>
          <p:nvPr/>
        </p:nvSpPr>
        <p:spPr>
          <a:xfrm>
            <a:off x="5838729" y="2861929"/>
            <a:ext cx="15832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Рисунок 2.</a:t>
            </a:r>
            <a:endParaRPr lang="uk-UA" sz="2400" dirty="0"/>
          </a:p>
        </p:txBody>
      </p:sp>
      <p:sp>
        <p:nvSpPr>
          <p:cNvPr id="8" name="Прямокутник 7"/>
          <p:cNvSpPr/>
          <p:nvPr/>
        </p:nvSpPr>
        <p:spPr>
          <a:xfrm>
            <a:off x="5838729" y="5349493"/>
            <a:ext cx="15832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Рисунок 3.</a:t>
            </a:r>
            <a:endParaRPr lang="uk-UA" sz="24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498" y="1780636"/>
            <a:ext cx="3169966" cy="5013767"/>
          </a:xfrm>
          <a:prstGeom prst="rect">
            <a:avLst/>
          </a:prstGeom>
        </p:spPr>
      </p:pic>
      <p:sp>
        <p:nvSpPr>
          <p:cNvPr id="11" name="Прямокутник 10"/>
          <p:cNvSpPr/>
          <p:nvPr/>
        </p:nvSpPr>
        <p:spPr>
          <a:xfrm>
            <a:off x="143244" y="3859925"/>
            <a:ext cx="15832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Рисунок 1.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50255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3711" y="138783"/>
            <a:ext cx="9871587" cy="1375386"/>
          </a:xfrm>
        </p:spPr>
        <p:txBody>
          <a:bodyPr>
            <a:noAutofit/>
          </a:bodyPr>
          <a:lstStyle/>
          <a:p>
            <a:r>
              <a:rPr lang="ru-RU" sz="5400" cap="none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  <a:endParaRPr lang="uk-UA" sz="5400" cap="none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1215521" y="1857987"/>
            <a:ext cx="1047503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Проведено аналіз систем </a:t>
            </a:r>
            <a:r>
              <a:rPr lang="uk-UA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аналогів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Досліджено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основні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методи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та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алгоритми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що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були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використані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для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вирішення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задачі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семантичного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редагування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обличчя</a:t>
            </a:r>
            <a:endParaRPr lang="ru-RU" sz="24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Розроблено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методи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моделі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та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алгоритми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що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дозволяють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ефективно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розв'язувати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задачу "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Multi-Domain Image-to-Image Translation". </a:t>
            </a:r>
            <a:endParaRPr lang="uk-UA" sz="24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Вибрано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відповідні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засоби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реалізації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такі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як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програмні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бібліотеки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фреймворки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та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інструменти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, для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створення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та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навчання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моделей.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Навчено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нейронну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мережу для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семантичного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редагування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облич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на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вибраному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датасеті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Розроблено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алгоритм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виділення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основних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атрибутів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з тексту.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Спроєктовано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та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реалізовано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чат-бота,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який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забезпечить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взаємодію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з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користувачами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включаючи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обробку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зображень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та тексту.</a:t>
            </a:r>
            <a:endParaRPr lang="uk-UA" sz="2800" dirty="0"/>
          </a:p>
        </p:txBody>
      </p:sp>
    </p:spTree>
    <p:extLst>
      <p:ext uri="{BB962C8B-B14F-4D97-AF65-F5344CB8AC3E}">
        <p14:creationId xmlns:p14="http://schemas.microsoft.com/office/powerpoint/2010/main" val="2679080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/>
          <p:cNvSpPr/>
          <p:nvPr/>
        </p:nvSpPr>
        <p:spPr>
          <a:xfrm>
            <a:off x="206477" y="1158198"/>
            <a:ext cx="11985523" cy="419055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uk-UA" sz="8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uk-UA" sz="8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atention – Policia Local de Mula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88" b="95313" l="6641" r="9453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263" y="2241756"/>
            <a:ext cx="3337949" cy="333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57134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Настроювані 11">
      <a:dk1>
        <a:srgbClr val="0C0C0C"/>
      </a:dk1>
      <a:lt1>
        <a:sysClr val="window" lastClr="FFFFFF"/>
      </a:lt1>
      <a:dk2>
        <a:srgbClr val="FFFFFF"/>
      </a:dk2>
      <a:lt2>
        <a:srgbClr val="E7E6E6"/>
      </a:lt2>
      <a:accent1>
        <a:srgbClr val="F09415"/>
      </a:accent1>
      <a:accent2>
        <a:srgbClr val="D9D2A6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TM10001115[[fn=Посилка]]</Template>
  <TotalTime>76</TotalTime>
  <Words>218</Words>
  <Application>Microsoft Office PowerPoint</Application>
  <PresentationFormat>Широкий екран</PresentationFormat>
  <Paragraphs>31</Paragraphs>
  <Slides>9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5" baseType="lpstr">
      <vt:lpstr>Arial</vt:lpstr>
      <vt:lpstr>Calibri</vt:lpstr>
      <vt:lpstr>Corbel</vt:lpstr>
      <vt:lpstr>Gill Sans MT</vt:lpstr>
      <vt:lpstr>Times New Roman</vt:lpstr>
      <vt:lpstr>Parcel</vt:lpstr>
      <vt:lpstr>Бакалаврська кваліфікаційна робота на тему:  «Розроблення додатку для семантичного редагування облич»</vt:lpstr>
      <vt:lpstr>Мета роботи</vt:lpstr>
      <vt:lpstr>Актуальність дослідження</vt:lpstr>
      <vt:lpstr>Процес обробки зображень</vt:lpstr>
      <vt:lpstr>Процес детекції обличчя</vt:lpstr>
      <vt:lpstr>Технології, архітектура та реалізація програми</vt:lpstr>
      <vt:lpstr>Результати роботи програми</vt:lpstr>
      <vt:lpstr>Висновки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Бакалаврська кваліфікаційна робота на тему:  «Розроблення додатку для семантичного редагування облич»</dc:title>
  <dc:creator>Пользователь Windows</dc:creator>
  <cp:lastModifiedBy>Пользователь Windows</cp:lastModifiedBy>
  <cp:revision>9</cp:revision>
  <dcterms:created xsi:type="dcterms:W3CDTF">2023-06-25T22:51:12Z</dcterms:created>
  <dcterms:modified xsi:type="dcterms:W3CDTF">2023-06-26T00:07:26Z</dcterms:modified>
</cp:coreProperties>
</file>